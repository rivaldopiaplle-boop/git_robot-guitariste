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notesSlides/notesSlide1.xml" ContentType="application/vnd.openxmlformats-officedocument.presentationml.notesSlide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0" r:id="rId3"/>
    <p:sldId id="264" r:id="rId4"/>
    <p:sldId id="267" r:id="rId5"/>
    <p:sldId id="268" r:id="rId6"/>
    <p:sldId id="262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hodor Yassine" initials="KY" lastIdx="3" clrIdx="0">
    <p:extLst>
      <p:ext uri="{19B8F6BF-5375-455C-9EA6-DF929625EA0E}">
        <p15:presenceInfo xmlns:p15="http://schemas.microsoft.com/office/powerpoint/2012/main" userId="ad7a3a71e6df48e0" providerId="Windows Live"/>
      </p:ext>
    </p:extLst>
  </p:cmAuthor>
  <p:cmAuthor id="2" name="rivaldo piaplle" initials="rp" lastIdx="1" clrIdx="1">
    <p:extLst>
      <p:ext uri="{19B8F6BF-5375-455C-9EA6-DF929625EA0E}">
        <p15:presenceInfo xmlns:p15="http://schemas.microsoft.com/office/powerpoint/2012/main" userId="aaf424b196630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3574" autoAdjust="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24575,'0'3'0,"0"4"0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48 24575,'-3'0'0,"1"-1"0,-1 1 0,1-1 0,0 1 0,-1-1 0,1 0 0,0 1 0,0-1 0,-1 0 0,1-1 0,0 1 0,0 0 0,0-1 0,0 1 0,1-1 0,-1 1 0,0-1 0,1 0 0,-1 0 0,1 0 0,-1 0 0,1 0 0,0 0 0,0 0 0,0 0 0,0 0 0,-1-3 0,14 30 0,-17-46 0,4 22 0,1-1 0,0 1 0,0 0 0,-1 0 0,1 0 0,0 0 0,0 0 0,0 0 0,0 0 0,0 0 0,0 0 0,0 0 0,0 0 0,0 0 0,1-1 0,-1 1 0,0 0 0,1 0 0,-1 0 0,0 0 0,1 0 0,-1-1 0,1 1 0,0 0 0,-1 0 0,1-1 0,-1 1 0,1 0 0,0-1 0,0 1 0,-1-1 0,1 1 0,0-1 0,0 1 0,0-1 0,0 1 0,-1-1 0,1 0 0,0 0 0,0 1 0,0-1 0,0 0 0,0 0 0,0 0 0,0 0 0,1 0 0,-1 0 0,0 0 0,0 0 0,-1-1 0,1 1 0,0 0 0,0 0 0,-1-1 0,1 1 0,0 0 0,-1-1 0,1 1 0,0 0 0,-1-1 0,1 1 0,-1-1 0,1 1 0,-1-1 0,1 0 0,-1 1 0,1-1 0,-1 1 0,1-1 0,-1 0 0,0 1 0,1-1 0,-1 0 0,0 0 0,0 1 0,0-1 0,1 0 0,-1 0 0,0 1 0,0-1 0,0 0 0,0 0 0,0 0 0,0 1 0,0-1 0,-1 0 0,1 0 0,0 1 0,0-1 0,-1 0 0,1 1 0,0-1 0,-1 0 0,1 1 0,-1-1 0,1 0 0,0 1 0,-1-1 0,0 0 0,0 0 0,1 1 0,-1-1 0,1 0 0,-1 1 0,1-1 0,-1 1 0,1-1 0,-1 0 0,1 1 0,-1-1 0,0 1 0,1 0 0,-1-1 0,0 1 0,0 0 0,1-1 0,-1 1 0,0 0 0,0 0 0,1 0 0,-1-1 0,0 1 0,0 0 0,0 0 0,1 0 0,-1 0 0,0 0 0,0 1 0,1-1 0,-1 0 0,0 0 0,0 0 0,1 1 0,-1-1 0,0 0 0,0 1 0,1-1 0,-1 1 0,0-1 0,1 1 0,-1-1 0,1 1 0,-1-1 0,1 1 0,-1-1 0,1 1 0,-1 0 0,1-1 0,-1 1 0,1 0 0,0 0 0,-1-1 0,1 1 0,0 1 0,-1 0-44,0-1 0,0 1 0,1 0 0,-1 0 0,1-1 0,-1 1 0,1 0 0,0 0 0,-1 0 0,1-1 0,0 1 0,0 0 0,1 0 0,-1 0 0,0 0 0,0-1 0,1 1-1,-1 0 1,1 0 0,0-1 0,-1 1 0,1 0 0,0-1 0,0 1 0,0-1 0,0 1 0,0-1 0,1 0 0,-1 1 0,3 1 0,7 1-6782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0 24575,'0'5'0,"0"15"0,-1-14 0,-1-7 0,-9-19 120,6 14-321,4 10-1083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1T16:35:43.4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304 179,'0'-11,"0"1,1-1,3-17,-1 18,-4 14,-7 19,1-13,0 0,-1-1,0 0,0-1,-1 0,0 0,-1-1,-18 12,8-8,-1 0,0-2,-38 13,55-21,0 0,0 0,0 0,0 0,0-1,-1 0,1 0,0 0,0 0,-1-1,-3 0,6 0,0 0,0 1,1-1,-1 0,0 0,0 0,1-1,-1 1,1 0,-1-1,1 1,-1-1,1 1,0-1,0 1,0-1,0 0,0 0,0 0,0 1,1-1,-1 0,1 0,-1-4,0 2,1-1,-1 0,1 0,0 0,0 0,1 0,0 1,0-1,0 0,0 0,1 1,2-6,-1 2,2 1,-1-1,1 1,0 0,0 1,10-9,0 1,0 2,1 0,0 0,1 2,23-11,4 2,-5 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24575,'0'3'0,"0"4"0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48 24575,'-3'0'0,"1"-1"0,-1 1 0,1-1 0,0 1 0,-1-1 0,1 0 0,0 1 0,0-1 0,-1 0 0,1-1 0,0 1 0,0 0 0,0-1 0,0 1 0,1-1 0,-1 1 0,0-1 0,1 0 0,-1 0 0,1 0 0,-1 0 0,1 0 0,0 0 0,0 0 0,0 0 0,0 0 0,-1-3 0,14 30 0,-17-46 0,4 22 0,1-1 0,0 1 0,0 0 0,-1 0 0,1 0 0,0 0 0,0 0 0,0 0 0,0 0 0,0 0 0,0 0 0,0 0 0,0 0 0,0 0 0,1-1 0,-1 1 0,0 0 0,1 0 0,-1 0 0,0 0 0,1 0 0,-1-1 0,1 1 0,0 0 0,-1 0 0,1-1 0,-1 1 0,1 0 0,0-1 0,0 1 0,-1-1 0,1 1 0,0-1 0,0 1 0,0-1 0,0 1 0,-1-1 0,1 0 0,0 0 0,0 1 0,0-1 0,0 0 0,0 0 0,0 0 0,0 0 0,1 0 0,-1 0 0,0 0 0,0 0 0,-1-1 0,1 1 0,0 0 0,0 0 0,-1-1 0,1 1 0,0 0 0,-1-1 0,1 1 0,0 0 0,-1-1 0,1 1 0,-1-1 0,1 1 0,-1-1 0,1 0 0,-1 1 0,1-1 0,-1 1 0,1-1 0,-1 0 0,0 1 0,1-1 0,-1 0 0,0 0 0,0 1 0,0-1 0,1 0 0,-1 0 0,0 1 0,0-1 0,0 0 0,0 0 0,0 0 0,0 1 0,0-1 0,-1 0 0,1 0 0,0 1 0,0-1 0,-1 0 0,1 1 0,0-1 0,-1 0 0,1 1 0,-1-1 0,1 0 0,0 1 0,-1-1 0,0 0 0,0 0 0,1 1 0,-1-1 0,1 0 0,-1 1 0,1-1 0,-1 1 0,1-1 0,-1 0 0,1 1 0,-1-1 0,0 1 0,1 0 0,-1-1 0,0 1 0,0 0 0,1-1 0,-1 1 0,0 0 0,0 0 0,1 0 0,-1-1 0,0 1 0,0 0 0,0 0 0,1 0 0,-1 0 0,0 0 0,0 1 0,1-1 0,-1 0 0,0 0 0,0 0 0,1 1 0,-1-1 0,0 0 0,0 1 0,1-1 0,-1 1 0,0-1 0,1 1 0,-1-1 0,1 1 0,-1-1 0,1 1 0,-1-1 0,1 1 0,-1 0 0,1-1 0,-1 1 0,1 0 0,0 0 0,-1-1 0,1 1 0,0 1 0,-1 0-44,0-1 0,0 1 0,1 0 0,-1 0 0,1-1 0,-1 1 0,1 0 0,0 0 0,-1 0 0,1-1 0,0 1 0,0 0 0,1 0 0,-1 0 0,0 0 0,0-1 0,1 1-1,-1 0 1,1 0 0,0-1 0,-1 1 0,1 0 0,0-1 0,0 1 0,0-1 0,0 1 0,0-1 0,1 0 0,-1 1 0,3 1 0,7 1-6782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0 24575,'0'5'0,"0"15"0,-1-14 0,-1-7 0,-9-19 120,6 14-321,4 10-1083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1T15:58:31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1T15:58:31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1T15:58:35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28 24575,'2'-3'0,"1"7"0,-2 2 0,-6-9 0,4 2 0,1-1 0,-1 1 0,0 0 0,1-1 0,-1 1 0,1-1 0,0 1 0,0-1 0,-1 1 0,1 0 0,0-1 0,0-1 0,0 3 0,0-1 0,0 1 0,0 0 0,0-1 0,0 1 0,0-1 0,0 1 0,0 0 0,0-1 0,0 1 0,0 0 0,0-1 0,0 1 0,0 0 0,0-1 0,0 1 0,0 0 0,0-1 0,0 1 0,0 0 0,1-1 0,-1 1 0,0 0 0,0-1 0,0 1 0,1 0 0,-1 0 0,0-1 0,0 1 0,1 0 0,-1 0 0,0-1 0,1 1 0,-1 0 0,0 0 0,1 0 0,-1 0 0,0-1 0,1 1 0,-1 0 0,0 0 0,1 0 0,-1 0 0,0 0 0,1 0 0,-1 0 0,1 0 0,-1 1 0,1-1 0,-1 1 0,0-1 0,1 1 0,-1-1 0,0 1 0,0-1 0,1 1 0,-1 0 0,0-1 0,0 1 0,0-1 0,0 1 0,0 0 0,0-1 0,0 1 0,0 0 0,0-1 0,0 1 0,0-1 0,0 1 0,0 0 0,0-1 0,-1 1 0,1-1 0,0 1 0,0 0 0,-1-1 0,1 1 0,0-1 0,-1 1 0,1-1 0,-1 1 0,1-1 0,-1 0 0,0 1 0,0 1 0,2-1 0,0-1 0,0 0 0,-1 1 0,1-1 0,0 1 0,0-1 0,-1 1 0,1-1 0,0 1 0,0 0 0,-1-1 0,1 1 0,-1 0 0,1 0 0,-1-1 0,1 1 0,-1 0 0,1 0 0,-1 0 0,0-1 0,1 1 0,-1 0 0,0 0 0,0 0 0,0 0 0,0 0 0,0 0 0,0 0 0,0 0 0,0 0 0,0-1 0,0 1 0,0 0 0,-1 2 0,1-4 0,-1 0 0,0 0 0,1 0 0,-1-1 0,1 1 0,0 0 0,-1 0 0,1 0 0,0 0 0,0 0 0,0 0 0,-1-1 0,1 1 0,1 0 0,-1 0 0,0 0 0,0 0 0,0 0 0,1-3 0,-1 5 0,-1-1 0,0 0 0,1 0 0,-1 0 0,1 0 0,-1 0 0,1-1 0,-1 1 0,0 0 0,1 0 0,-1 0 0,1 0 0,-1 0 0,1-1 0,-1 1 0,1 0 0,-1-1 0,1 1 0,-1 0 0,1-1 0,0 1 0,-1 0 0,1-1 0,-1 1 0,1-1 0,0 1 0,-1-1 0,1 1 0,0-1 0,0 1 0,-1-1 0,1 1 0,0-1 0,0 1 0,0-1 0,0 0 0,0 1 0,0-1 0,0 1 0,0 0 0,0-1 0,0 1 0,0 0 0,0-1 0,0 1 0,0 0 0,0-1 0,1 1 0,-1-1 0,0 1 0,0 0 0,0 0 0,1-1 0,-1 1 0,0 0 0,0-1 0,1 1 0,-1 0 0,0 0 0,0-1 0,1 1 0,-1 0 0,0 0 0,1 0 0,-1 0 0,0-1 0,1 1 0,-1 0 0,1 0 0,-1 0 0,0 0 0,1 0 0,-1 0 0,0 0 0,1 0 0,-1 0 0,1 0 0,-1 0 0,0 0 0,1 0 0,-1 1 0,1-2 0,-1 1 0,1 1 0,-1-1 0,1 0 0,-1 0 0,0 0 0,1 0 0,-1 0 0,1 0 0,-1 0 0,0 1 0,1-1 0,-1 0 0,0 0 0,1 0 0,-1 1 0,0-1 0,1 0 0,-1 1 0,0-1 0,1 0 0,-1 0 0,0 1 0,0-1 0,0 1 0,1-1 0,-1 0 0,0 1 0,0-1 0,0 0 0,0 1 0,0-1 0,0 1 0,1-1 0,-1 1 0,0-1 0,0 0 0,0 1 0,-1-1 0,1 1 0,0-1 0,0 0 0,0 1 0,0-1 0,0 1 0,0-1 0,0 0 0,-1 1 0,1-1 0,0 0 0,0 1 0,-1-1 0,1 0 0,0 1 0,0-1 0,-1 0 0,1 1 0,0-1 0,-1 0 0,1 0 0,0 1 0,-1-1 0,1 0 0,-1 0 0,1 0 0,0 0 0,-1 1 0,-12 2 0,12-3 0,1 0 0,0 0 0,-1 0 0,1 0 0,0-1 0,-1 1 0,1 0 0,0 0 0,0-1 0,-1 1 0,1 0 0,0 0 0,0-1 0,-1 1 0,1 0 0,0-1 0,0 1 0,0 0 0,0 0 0,-1-1 0,1 1 0,0-1 0,0 1 0,0 0 0,0-1 0,0 1 0,0 0 0,0-1 0,0 1 0,0 0 0,0-1 0,0 1 0,0-1 0,0 1 0,0 0 0,0-1 0,0 1 0,0 0 0,0 0 0,0 0 0,0 0 0,0 0 0,0-1 0,0 1 0,0 0 0,0 0 0,0 0 0,0 0 0,0 0 0,0 0 0,0 0 0,0 0 0,0 0 0,0-1 0,0 1 0,0 0 0,0 0 0,1 0 0,-1 0 0,0 0 0,0 0 0,0 0 0,0 0 0,0 0 0,0 0 0,0 0 0,0-1 0,0 1 0,0 0 0,0 0 0,0 0 0,0 0 0,1 0 0,-1 0 0,0 0 0,0 0 0,0 0 0,0 0 0,0 0 0,0 0 0,0 0 0,0 0 0,0 0 0,1 0 0,-1 0 0,0 0 0,0 0 0,0 0 0,0 0 0,0 0 0,0 0 0,0 0 0,0 0 0,0 0 0,1 0 0,-1 0 0,0 0 0,4 7 0,-4-6 0,0-1 0,0 0 0,0 0 0,1 1 0,-1-1 0,0 0 0,0 0 0,0 1 0,0-1 0,0 0 0,0 1 0,0-1 0,0 0 0,0 1 0,0-1 0,0 0 0,0 0 0,0 1 0,0-1 0,0 0 0,0 1 0,0-1 0,0 0 0,0 0 0,0 1 0,-1-1 0,1 0 0,0 1 0,0-1 0,0 0 0,-1 0 0,1 0 0,0 1 0,0-1 0,0 0 0,-1 0 0,1 0 0,0 1 0,0-1 0,-1 0 0,1 0 0,0 0 0,-1 0 0,1 0 0,0 0 0,0 0 0,-1 0 0,1 0 0,0 1 0,-1-1 0,1 0 0,0 0 0,-1-1 0,1 1 0,0 0 0,0 0 0,-1 0 0,0 0 0,-2 4 0,-4 4 0,6-8 0,1 0 0,-1 0 0,1 0 0,0 0 0,-1 0 0,1 0 0,0-1 0,-1 1 0,1 0 0,0 0 0,0 0 0,-1-1 0,1 1 0,0 0 0,0 0 0,-1-1 0,1 1 0,0 0 0,0-1 0,0 1 0,-1 0 0,1-1 0,0 1 0,0 0 0,0-1 0,0 1 0,0 0 0,0-1 0,0 1 0,0 0 0,0-1 0,0 1 0,0-1 0,0 1 0,0 0 0,0-1 0,0 1 0,0-1 0,0 1 0,0 0 0,0-1 0,0 1 0,0 0 0,-1-1 0,1 1 0,0 0 0,0-1 0,0 1 0,0 0 0,0 0 0,0-1 0,0 1 0,0 0 0,0-1 0,0 1 0,0 0 0,0-1 0,0 1 0,1 0 0,-1-1 0,0 1 0,0 0 0,0-1 0,0 1 0,0 0 0,1 0 0,-1-1 0,0 1 0,0 0 0,1 0 0,-1 0 0,0-1 0,0 1 0,1 0 0,-1 0 0,0 0 0,0 0 0,1-1 0,-1 1 0,0 0 0,1 0 0,-1 0 0,1 0 0,4-2 0,-2-4 0,-3 6 0,0-1 0,0 1 0,0 0 0,0-1 0,0 1 0,1 0 0,-1 0 0,0-1 0,0 1 0,0 0 0,0-1 0,0 1 0,0 0 0,1 0 0,-1-1 0,0 1 0,0 0 0,0 0 0,1-1 0,-1 1 0,0 0 0,0 0 0,1 0 0,-1 0 0,0-1 0,0 1 0,1 0 0,-1 0 0,0 0 0,1 0 0,-1 0 0,0 0 0,1 0 0,-1 0 0,0 0 0,1 0 0,-1 0 0,0 0 0,0 0 0,1 0 0,-1 0 0,0 0 0,1 0 0,-1 0 0,0 0 0,1 0 0,-1 0 0,0 1 0,0-1 0,1 0 0,-1 0 0,0 0 0,0 1 0,1-1 0,-1 0 0,0 0 0,0 0 0,1 1 0,-1-1 0,1 0 0,-1 1 0,1-1 0,-1 0 0,1 0 0,-1 1 0,0-1 0,1 0 0,-1 1 0,1-1 0,-1 0 0,0 1 0,1-1 0,-1 1 0,0-1 0,1 0 0,-1 1 0,0-1 0,0 1 0,1-1 0,-1 1 0,0-1 0,0 1 0,0-1 0,0 1 0,0-1 0,0 1 0,0-1 0,0 1 0,0-1 0,0 1 0,0-1 0,0 1 0,0-1 0,0 1 0,0-1 0,0 1 0,-1-1 0,1 1 0,0-1 0,0 1 0,-1-1 0,1 1 0,-1 0 0,1-1 0,0 0 0,0 0 0,-1 1 0,1-1 0,0 0 0,0 0 0,-1 0 0,1 0 0,0 0 0,-1 0 0,1 0 0,0 0 0,0 0 0,-1 0 0,1 0 0,0 0 0,-1 0 0,1 0 0,0 0 0,-1 0 0,1 0 0,0 0 0,0 0 0,-1 0 0,1 0 0,0 0 0,0 0 0,-1-1 0,1 1 0,0 0 0,0 0 0,-1 0 0,1 0 0,0-1 0,0 1 0,0 0 0,-1 0 0,1-1 0,0 1 0,0 0 0,0 0 0,0-1 0,0 1 0,-1 0 0,1 0 0,0-1 0,0 1 0,0 0 0,0-1 0,0 1 0,0 0 0,0-1 0,0 1 0,0 0 0,0 0 0,0-1 0,0 1 0,0 0 0,0-1 0,1 1 0,-1 0 0,0 0 0,0-1 0,0 1 0,0 0 0,1-1 3,-1 1-1,0 0 1,0-1-1,0 1 1,0-1-1,0 1 1,0 0-1,1-1 1,-1 1-1,0 0 1,0-1-1,0 1 1,1 0-1,-1 0 1,0-1-1,0 1 1,1 0-1,-1 0 1,0-1-1,1 1 1,-1 0-1,0 0 1,1 0-1,-1 0 1,0 0-1,1-1 1,-1 1-1,1 0 1,-1 0-1,0 0 1,1 0-1,-1 0 1,0 0-1,1 0 1,-1 0-1,1 0 1,-1 0-1,0 0 1,1 1-1,-1-1 1,0 0-1,1 0 1,-1 0-1,0 0 0,1 0 1,-1 1-1,1-1 1,0 1-77,0-1-1,-1 0 1,1 1 0,0-1 0,0 1-1,0-1 1,-1 1 0,1 0 0,0-1-1,-1 1 1,1 0 0,0 0 0,-1-1-1,1 1 1,-1 0 0,1 0 0,-1 0-1,0 0 1,1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1T16:35:45.6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573 0,'-5'1,"0"0,0 0,0 1,0 0,0 0,1 0,-1 0,1 1,-1 0,-4 3,-4 3,-153 97,-44 25,202-125,0-2,0 1,-1-1,1-1,-1 1,1-1,-1-1,0 0,-12 2,20-4,0 0,0 0,-1 0,1 0,0 0,0 0,-1 0,1-1,0 1,0 0,0-1,0 1,0 0,-1-1,1 0,0 1,0-1,0 0,0 1,1-1,-1 0,0 0,0 0,-1-1,2 0,-1 1,1-1,0 1,-1-1,1 0,0 1,0-1,0 1,0-1,0 0,1 1,-1-1,0 0,1 1,0-3,3-4,-1 0,1 1,1-1,-1 1,9-11,-5 10,0 0,1 0,0 0,0 1,0 1,1-1,0 2,12-6,-3 3,0 1,0 1,35-7,-24 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24575,'0'3'0,"0"4"0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48 24575,'-3'0'0,"1"-1"0,-1 1 0,1-1 0,0 1 0,-1-1 0,1 0 0,0 1 0,0-1 0,-1 0 0,1-1 0,0 1 0,0 0 0,0-1 0,0 1 0,1-1 0,-1 1 0,0-1 0,1 0 0,-1 0 0,1 0 0,-1 0 0,1 0 0,0 0 0,0 0 0,0 0 0,0 0 0,-1-3 0,14 30 0,-17-46 0,4 22 0,1-1 0,0 1 0,0 0 0,-1 0 0,1 0 0,0 0 0,0 0 0,0 0 0,0 0 0,0 0 0,0 0 0,0 0 0,0 0 0,0 0 0,1-1 0,-1 1 0,0 0 0,1 0 0,-1 0 0,0 0 0,1 0 0,-1-1 0,1 1 0,0 0 0,-1 0 0,1-1 0,-1 1 0,1 0 0,0-1 0,0 1 0,-1-1 0,1 1 0,0-1 0,0 1 0,0-1 0,0 1 0,-1-1 0,1 0 0,0 0 0,0 1 0,0-1 0,0 0 0,0 0 0,0 0 0,0 0 0,1 0 0,-1 0 0,0 0 0,0 0 0,-1-1 0,1 1 0,0 0 0,0 0 0,-1-1 0,1 1 0,0 0 0,-1-1 0,1 1 0,0 0 0,-1-1 0,1 1 0,-1-1 0,1 1 0,-1-1 0,1 0 0,-1 1 0,1-1 0,-1 1 0,1-1 0,-1 0 0,0 1 0,1-1 0,-1 0 0,0 0 0,0 1 0,0-1 0,1 0 0,-1 0 0,0 1 0,0-1 0,0 0 0,0 0 0,0 0 0,0 1 0,0-1 0,-1 0 0,1 0 0,0 1 0,0-1 0,-1 0 0,1 1 0,0-1 0,-1 0 0,1 1 0,-1-1 0,1 0 0,0 1 0,-1-1 0,0 0 0,0 0 0,1 1 0,-1-1 0,1 0 0,-1 1 0,1-1 0,-1 1 0,1-1 0,-1 0 0,1 1 0,-1-1 0,0 1 0,1 0 0,-1-1 0,0 1 0,0 0 0,1-1 0,-1 1 0,0 0 0,0 0 0,1 0 0,-1-1 0,0 1 0,0 0 0,0 0 0,1 0 0,-1 0 0,0 0 0,0 1 0,1-1 0,-1 0 0,0 0 0,0 0 0,1 1 0,-1-1 0,0 0 0,0 1 0,1-1 0,-1 1 0,0-1 0,1 1 0,-1-1 0,1 1 0,-1-1 0,1 1 0,-1-1 0,1 1 0,-1 0 0,1-1 0,-1 1 0,1 0 0,0 0 0,-1-1 0,1 1 0,0 1 0,-1 0-44,0-1 0,0 1 0,1 0 0,-1 0 0,1-1 0,-1 1 0,1 0 0,0 0 0,-1 0 0,1-1 0,0 1 0,0 0 0,1 0 0,-1 0 0,0 0 0,0-1 0,1 1-1,-1 0 1,1 0 0,0-1 0,-1 1 0,1 0 0,0-1 0,0 1 0,0-1 0,0 1 0,0-1 0,1 0 0,-1 1 0,3 1 0,7 1-6782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7:17:50.7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0 24575,'0'5'0,"0"15"0,-1-14 0,-1-7 0,-9-19 120,6 14-321,4 10-1083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1T16:35:48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1185 1 0,'171'162'0,"-1526"814"0,2331-1964 0,-768 838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D1583-5313-4479-B091-CDD0205CB4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38116-A8D0-42E5-B4C6-B1550F3C165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86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38116-A8D0-42E5-B4C6-B1550F3C16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54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9E93-05EB-D1E5-398F-77DC887B7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2747D-AA20-99F6-5CC6-765671BFA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E6D8C-8EB9-5DFE-60A2-A8595D372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ADFAA-E11F-42EB-5467-F0CF27BB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AD311-2B0A-91EB-EF38-FE9C6438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90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EA266-AF40-5DF1-E084-0D2D6187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76695-1C66-9539-4E73-A1F904FA2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A7550-43EA-CBA0-F8FF-4BA2EBC5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7F6D2-4A2C-0300-9B9F-ACE6DF7C2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71FBF-B956-D1C2-C956-1D4C9DFD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0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6822-2B5D-1087-4218-AC44F4AC8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2E1AF-C1CB-D6CC-98CB-C75030846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A400F-F94A-2D68-88C9-D11F90CC9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22E96-E4B8-2042-FD42-15579CC8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DBAFB-3C6A-C644-23A4-BC1006C91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57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A408D-AC9A-2BA3-2A56-EEB2D223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C92BC-DDAD-6A35-9E19-71401320A4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E9D10-FD2D-F770-591F-CE3E9E1C8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FAC55-57A5-3D99-8EF1-B64DB329D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FA4AC-99DC-B1A2-B1FC-FC97FE5F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929BB-3A16-DF71-6717-A57930DD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7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BDED-93E9-6E06-12BF-9FB6D9CEF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B6548-75FE-EA6B-8487-C00B10812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DFB93D-DB1C-21D0-9512-0ADE186C2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8B51C7-22C6-0018-2722-EBB3E3586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E622A5-A43A-D536-A601-6A4541D9D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145607-0072-D04A-56BD-0379CC57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F55B2-D22B-A106-B0F5-67850268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5C705-DE27-6A56-26A7-9173BE5F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34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BA3E-4A6E-F4AA-4BAB-338249E6E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DB390-9AA6-5E07-E07A-0FFD28F1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EE2A2-3038-3D5E-781A-9B3FEAD92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591CF-E2AA-00A0-A4EE-A30BF497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77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E98DF9-3EC5-E88E-D045-40F41B5F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7ADFB-7859-0255-FD7A-8144A611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23469-BC55-DD53-8D2B-D10C0A00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0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676E-F958-AFEE-3FA0-897CA2CC6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2EE77-50B8-C19F-1B67-7C2C3CBFF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6809E-4F7E-030A-5B17-C55F81122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18575-3929-5BEF-1805-6464A47B5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A8C67-DC08-DE0E-3580-C81B9A3F5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30E9D-1D2C-5EA9-86BC-4996F114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9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A16D-17C3-E45B-DBEF-AF3AF2E8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688AAF-0D80-0E2F-F759-A355D763D5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DDEBF-F897-5604-6DF8-994C1A61E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9190E-98C4-986B-56EA-B5663A5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A557C3-B6C8-5070-DABB-AC0CCCAF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F9403-64B6-6629-76F4-D9B58BE8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80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15972-B9D4-0C39-C4DB-4E29CF4B3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FEBD0-4FD9-6FB2-A7A3-E614E4429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639EA-71EA-3503-D00D-3F8F4128A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AF2ED-D62E-76C7-2BD6-FCA208F6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87F00-3AF9-A20F-F984-A34A04553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0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475B2-C5A5-FC48-46C7-48AC899922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31B596-04A7-2A30-E145-3B4A9E843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FC1FD-E7B3-B51D-EEB1-7E647C079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C2CA0-FAFA-4969-753D-69F7A269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5E3D0-1C39-FC69-38F4-34E98151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6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43701A-C011-BD52-D822-6DC667A8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21F72-763B-EFF4-4CC5-B3A46D2CDB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EBFCD-B20D-8350-A19F-E65033D2F5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FDE6D-07AA-4CDA-8643-751DAFC53507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2A445-A5F3-4FAD-7648-7C5E2835A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E8901-97EF-B665-E033-BD36D5F0C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A798E-F8AF-4E52-877D-91403157AC9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6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customXml" Target="../ink/ink11.xml"/><Relationship Id="rId3" Type="http://schemas.openxmlformats.org/officeDocument/2006/relationships/image" Target="../media/image1.png"/><Relationship Id="rId7" Type="http://schemas.openxmlformats.org/officeDocument/2006/relationships/customXml" Target="../ink/ink5.xml"/><Relationship Id="rId12" Type="http://schemas.openxmlformats.org/officeDocument/2006/relationships/customXml" Target="../ink/ink10.xml"/><Relationship Id="rId2" Type="http://schemas.openxmlformats.org/officeDocument/2006/relationships/customXml" Target="../ink/ink1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11" Type="http://schemas.openxmlformats.org/officeDocument/2006/relationships/customXml" Target="../ink/ink9.xml"/><Relationship Id="rId5" Type="http://schemas.openxmlformats.org/officeDocument/2006/relationships/customXml" Target="../ink/ink3.xml"/><Relationship Id="rId15" Type="http://schemas.openxmlformats.org/officeDocument/2006/relationships/customXml" Target="../ink/ink12.xml"/><Relationship Id="rId10" Type="http://schemas.openxmlformats.org/officeDocument/2006/relationships/customXml" Target="../ink/ink8.xml"/><Relationship Id="rId4" Type="http://schemas.openxmlformats.org/officeDocument/2006/relationships/customXml" Target="../ink/ink2.xml"/><Relationship Id="rId9" Type="http://schemas.openxmlformats.org/officeDocument/2006/relationships/customXml" Target="../ink/ink7.xml"/><Relationship Id="rId1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7.png"/><Relationship Id="rId18" Type="http://schemas.openxmlformats.org/officeDocument/2006/relationships/image" Target="../media/image9.png"/><Relationship Id="rId3" Type="http://schemas.openxmlformats.org/officeDocument/2006/relationships/image" Target="../media/image5.png"/><Relationship Id="rId21" Type="http://schemas.openxmlformats.org/officeDocument/2006/relationships/customXml" Target="../ink/ink27.xml"/><Relationship Id="rId7" Type="http://schemas.openxmlformats.org/officeDocument/2006/relationships/customXml" Target="../ink/ink18.xml"/><Relationship Id="rId12" Type="http://schemas.openxmlformats.org/officeDocument/2006/relationships/customXml" Target="../ink/ink22.xml"/><Relationship Id="rId17" Type="http://schemas.openxmlformats.org/officeDocument/2006/relationships/customXml" Target="../ink/ink25.xml"/><Relationship Id="rId25" Type="http://schemas.openxmlformats.org/officeDocument/2006/relationships/image" Target="../media/image12.png"/><Relationship Id="rId2" Type="http://schemas.openxmlformats.org/officeDocument/2006/relationships/customXml" Target="../ink/ink14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.xml"/><Relationship Id="rId11" Type="http://schemas.openxmlformats.org/officeDocument/2006/relationships/image" Target="../media/image6.png"/><Relationship Id="rId24" Type="http://schemas.openxmlformats.org/officeDocument/2006/relationships/customXml" Target="../ink/ink29.xml"/><Relationship Id="rId5" Type="http://schemas.openxmlformats.org/officeDocument/2006/relationships/customXml" Target="../ink/ink16.xml"/><Relationship Id="rId15" Type="http://schemas.openxmlformats.org/officeDocument/2006/relationships/customXml" Target="../ink/ink24.xml"/><Relationship Id="rId23" Type="http://schemas.openxmlformats.org/officeDocument/2006/relationships/image" Target="../media/image11.png"/><Relationship Id="rId10" Type="http://schemas.openxmlformats.org/officeDocument/2006/relationships/customXml" Target="../ink/ink21.xml"/><Relationship Id="rId19" Type="http://schemas.openxmlformats.org/officeDocument/2006/relationships/customXml" Target="../ink/ink26.xml"/><Relationship Id="rId4" Type="http://schemas.openxmlformats.org/officeDocument/2006/relationships/customXml" Target="../ink/ink15.xml"/><Relationship Id="rId9" Type="http://schemas.openxmlformats.org/officeDocument/2006/relationships/customXml" Target="../ink/ink20.xml"/><Relationship Id="rId14" Type="http://schemas.openxmlformats.org/officeDocument/2006/relationships/customXml" Target="../ink/ink23.xml"/><Relationship Id="rId22" Type="http://schemas.openxmlformats.org/officeDocument/2006/relationships/customXml" Target="../ink/ink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customXml" Target="../ink/ink39.xml"/><Relationship Id="rId18" Type="http://schemas.openxmlformats.org/officeDocument/2006/relationships/customXml" Target="../ink/ink42.xml"/><Relationship Id="rId3" Type="http://schemas.openxmlformats.org/officeDocument/2006/relationships/customXml" Target="../ink/ink30.xml"/><Relationship Id="rId7" Type="http://schemas.openxmlformats.org/officeDocument/2006/relationships/customXml" Target="../ink/ink33.xml"/><Relationship Id="rId12" Type="http://schemas.openxmlformats.org/officeDocument/2006/relationships/customXml" Target="../ink/ink38.xml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.xml"/><Relationship Id="rId11" Type="http://schemas.openxmlformats.org/officeDocument/2006/relationships/customXml" Target="../ink/ink37.xml"/><Relationship Id="rId5" Type="http://schemas.openxmlformats.org/officeDocument/2006/relationships/customXml" Target="../ink/ink31.xml"/><Relationship Id="rId15" Type="http://schemas.openxmlformats.org/officeDocument/2006/relationships/image" Target="../media/image2.png"/><Relationship Id="rId10" Type="http://schemas.openxmlformats.org/officeDocument/2006/relationships/customXml" Target="../ink/ink36.xml"/><Relationship Id="rId19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customXml" Target="../ink/ink35.xml"/><Relationship Id="rId14" Type="http://schemas.openxmlformats.org/officeDocument/2006/relationships/customXml" Target="../ink/ink4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ylinder 93">
            <a:extLst>
              <a:ext uri="{FF2B5EF4-FFF2-40B4-BE49-F238E27FC236}">
                <a16:creationId xmlns:a16="http://schemas.microsoft.com/office/drawing/2014/main" id="{43F551C2-0794-AA66-1064-D6ECE32AC6C9}"/>
              </a:ext>
            </a:extLst>
          </p:cNvPr>
          <p:cNvSpPr/>
          <p:nvPr/>
        </p:nvSpPr>
        <p:spPr>
          <a:xfrm rot="2107828">
            <a:off x="6734505" y="2634579"/>
            <a:ext cx="46273" cy="2708242"/>
          </a:xfrm>
          <a:prstGeom prst="can">
            <a:avLst>
              <a:gd name="adj" fmla="val 831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8049514-3CE6-93EF-8789-FCB13BCBECA8}"/>
              </a:ext>
            </a:extLst>
          </p:cNvPr>
          <p:cNvCxnSpPr>
            <a:cxnSpLocks/>
          </p:cNvCxnSpPr>
          <p:nvPr/>
        </p:nvCxnSpPr>
        <p:spPr>
          <a:xfrm flipV="1">
            <a:off x="4081268" y="2277092"/>
            <a:ext cx="0" cy="233625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Direct Access Storage 3">
            <a:extLst>
              <a:ext uri="{FF2B5EF4-FFF2-40B4-BE49-F238E27FC236}">
                <a16:creationId xmlns:a16="http://schemas.microsoft.com/office/drawing/2014/main" id="{AA0EF7D1-C450-2655-C05D-AE9E1F2677BA}"/>
              </a:ext>
            </a:extLst>
          </p:cNvPr>
          <p:cNvSpPr/>
          <p:nvPr/>
        </p:nvSpPr>
        <p:spPr>
          <a:xfrm rot="6416126">
            <a:off x="6165871" y="2003654"/>
            <a:ext cx="1250501" cy="270002"/>
          </a:xfrm>
          <a:prstGeom prst="flowChartMagneticDrum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83CE11-7CE6-00E8-AC7B-B42016EB54BE}"/>
              </a:ext>
            </a:extLst>
          </p:cNvPr>
          <p:cNvCxnSpPr>
            <a:cxnSpLocks/>
          </p:cNvCxnSpPr>
          <p:nvPr/>
        </p:nvCxnSpPr>
        <p:spPr>
          <a:xfrm flipV="1">
            <a:off x="6926910" y="2168165"/>
            <a:ext cx="0" cy="9369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CE7964-3C20-518B-E3B2-B52EE0394DAA}"/>
              </a:ext>
            </a:extLst>
          </p:cNvPr>
          <p:cNvCxnSpPr>
            <a:cxnSpLocks/>
          </p:cNvCxnSpPr>
          <p:nvPr/>
        </p:nvCxnSpPr>
        <p:spPr>
          <a:xfrm flipV="1">
            <a:off x="6965133" y="1063100"/>
            <a:ext cx="158054" cy="4840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be 8">
            <a:extLst>
              <a:ext uri="{FF2B5EF4-FFF2-40B4-BE49-F238E27FC236}">
                <a16:creationId xmlns:a16="http://schemas.microsoft.com/office/drawing/2014/main" id="{A6F0F1E5-77BF-7870-9BC4-578168604840}"/>
              </a:ext>
            </a:extLst>
          </p:cNvPr>
          <p:cNvSpPr/>
          <p:nvPr/>
        </p:nvSpPr>
        <p:spPr>
          <a:xfrm>
            <a:off x="3746751" y="1729741"/>
            <a:ext cx="1158174" cy="528916"/>
          </a:xfrm>
          <a:prstGeom prst="cub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D3E43-8208-7753-7B4D-9E392BDD0A8F}"/>
              </a:ext>
            </a:extLst>
          </p:cNvPr>
          <p:cNvCxnSpPr>
            <a:cxnSpLocks/>
          </p:cNvCxnSpPr>
          <p:nvPr/>
        </p:nvCxnSpPr>
        <p:spPr>
          <a:xfrm>
            <a:off x="3742549" y="4617835"/>
            <a:ext cx="645459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95734A-1221-EC3C-232C-6B518D32046B}"/>
              </a:ext>
            </a:extLst>
          </p:cNvPr>
          <p:cNvCxnSpPr>
            <a:cxnSpLocks/>
          </p:cNvCxnSpPr>
          <p:nvPr/>
        </p:nvCxnSpPr>
        <p:spPr>
          <a:xfrm>
            <a:off x="3831004" y="4617835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9BD9A71-966B-0E29-E0F8-22B7737E0654}"/>
              </a:ext>
            </a:extLst>
          </p:cNvPr>
          <p:cNvCxnSpPr>
            <a:cxnSpLocks/>
          </p:cNvCxnSpPr>
          <p:nvPr/>
        </p:nvCxnSpPr>
        <p:spPr>
          <a:xfrm>
            <a:off x="3929616" y="4617835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A4686B-CD0F-A8C5-4BEA-B9B646B49ACF}"/>
              </a:ext>
            </a:extLst>
          </p:cNvPr>
          <p:cNvCxnSpPr>
            <a:cxnSpLocks/>
          </p:cNvCxnSpPr>
          <p:nvPr/>
        </p:nvCxnSpPr>
        <p:spPr>
          <a:xfrm>
            <a:off x="4055122" y="4617835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885E61-AFB3-86D6-DBF2-9139C427A2C7}"/>
              </a:ext>
            </a:extLst>
          </p:cNvPr>
          <p:cNvCxnSpPr>
            <a:cxnSpLocks/>
          </p:cNvCxnSpPr>
          <p:nvPr/>
        </p:nvCxnSpPr>
        <p:spPr>
          <a:xfrm>
            <a:off x="4284985" y="4608870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424D66-1F35-46FF-B802-298C84ABEAB2}"/>
              </a:ext>
            </a:extLst>
          </p:cNvPr>
          <p:cNvCxnSpPr>
            <a:cxnSpLocks/>
          </p:cNvCxnSpPr>
          <p:nvPr/>
        </p:nvCxnSpPr>
        <p:spPr>
          <a:xfrm>
            <a:off x="4141550" y="4617835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0C22C3-75B6-2D18-A47D-B694BA76E77B}"/>
              </a:ext>
            </a:extLst>
          </p:cNvPr>
          <p:cNvCxnSpPr>
            <a:cxnSpLocks/>
          </p:cNvCxnSpPr>
          <p:nvPr/>
        </p:nvCxnSpPr>
        <p:spPr>
          <a:xfrm>
            <a:off x="4384789" y="4617835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ADB355-ADCC-1198-75C0-B0FB759E17AB}"/>
              </a:ext>
            </a:extLst>
          </p:cNvPr>
          <p:cNvCxnSpPr>
            <a:cxnSpLocks/>
          </p:cNvCxnSpPr>
          <p:nvPr/>
        </p:nvCxnSpPr>
        <p:spPr>
          <a:xfrm>
            <a:off x="3742549" y="4617835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F3674E-6B05-016A-8207-33F0E66A100B}"/>
              </a:ext>
            </a:extLst>
          </p:cNvPr>
          <p:cNvCxnSpPr>
            <a:cxnSpLocks/>
          </p:cNvCxnSpPr>
          <p:nvPr/>
        </p:nvCxnSpPr>
        <p:spPr>
          <a:xfrm flipV="1">
            <a:off x="4053353" y="4604386"/>
            <a:ext cx="566248" cy="89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7A43B96-FCA8-BCD4-234D-F2F093BE7F27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3011246" y="2060314"/>
            <a:ext cx="73550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497696-8BA8-B9EE-B504-295E62DF0BB2}"/>
              </a:ext>
            </a:extLst>
          </p:cNvPr>
          <p:cNvCxnSpPr>
            <a:cxnSpLocks/>
          </p:cNvCxnSpPr>
          <p:nvPr/>
        </p:nvCxnSpPr>
        <p:spPr>
          <a:xfrm flipV="1">
            <a:off x="4053353" y="4003699"/>
            <a:ext cx="0" cy="605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6F3C757-324B-F3BC-5294-24D2E668F1B6}"/>
              </a:ext>
            </a:extLst>
          </p:cNvPr>
          <p:cNvCxnSpPr>
            <a:cxnSpLocks/>
          </p:cNvCxnSpPr>
          <p:nvPr/>
        </p:nvCxnSpPr>
        <p:spPr>
          <a:xfrm flipH="1">
            <a:off x="4811126" y="1734860"/>
            <a:ext cx="111138" cy="52891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3C04343-A027-E987-DC6C-BB623E16BCC3}"/>
              </a:ext>
            </a:extLst>
          </p:cNvPr>
          <p:cNvCxnSpPr>
            <a:cxnSpLocks/>
          </p:cNvCxnSpPr>
          <p:nvPr/>
        </p:nvCxnSpPr>
        <p:spPr>
          <a:xfrm>
            <a:off x="4779640" y="1892535"/>
            <a:ext cx="142624" cy="25183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2D9805C-2DFD-3B9C-F5C7-BC1F96142D75}"/>
              </a:ext>
            </a:extLst>
          </p:cNvPr>
          <p:cNvCxnSpPr>
            <a:cxnSpLocks/>
          </p:cNvCxnSpPr>
          <p:nvPr/>
        </p:nvCxnSpPr>
        <p:spPr>
          <a:xfrm flipH="1">
            <a:off x="6056458" y="2042666"/>
            <a:ext cx="469699" cy="131263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5518D5-CBE0-20DD-88F4-56C392429D5E}"/>
              </a:ext>
            </a:extLst>
          </p:cNvPr>
          <p:cNvCxnSpPr>
            <a:cxnSpLocks/>
          </p:cNvCxnSpPr>
          <p:nvPr/>
        </p:nvCxnSpPr>
        <p:spPr>
          <a:xfrm flipV="1">
            <a:off x="6343404" y="2521753"/>
            <a:ext cx="330846" cy="83354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3DF147-950F-AAC5-CC86-659D511BD1D6}"/>
              </a:ext>
            </a:extLst>
          </p:cNvPr>
          <p:cNvCxnSpPr>
            <a:cxnSpLocks/>
          </p:cNvCxnSpPr>
          <p:nvPr/>
        </p:nvCxnSpPr>
        <p:spPr>
          <a:xfrm>
            <a:off x="6601694" y="2422869"/>
            <a:ext cx="0" cy="492291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D728C3B-6B40-5160-57F1-E7821FF4B9D1}"/>
              </a:ext>
            </a:extLst>
          </p:cNvPr>
          <p:cNvCxnSpPr>
            <a:cxnSpLocks/>
          </p:cNvCxnSpPr>
          <p:nvPr/>
        </p:nvCxnSpPr>
        <p:spPr>
          <a:xfrm>
            <a:off x="7011848" y="1098033"/>
            <a:ext cx="36154" cy="45566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637B36-A3CD-B7EA-1F9E-9BE31091E2E8}"/>
              </a:ext>
            </a:extLst>
          </p:cNvPr>
          <p:cNvCxnSpPr/>
          <p:nvPr/>
        </p:nvCxnSpPr>
        <p:spPr>
          <a:xfrm flipH="1">
            <a:off x="3751730" y="4608870"/>
            <a:ext cx="302415" cy="540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F1CDE1-BBC3-5B67-903C-EDF8CA480B22}"/>
              </a:ext>
            </a:extLst>
          </p:cNvPr>
          <p:cNvCxnSpPr>
            <a:cxnSpLocks/>
          </p:cNvCxnSpPr>
          <p:nvPr/>
        </p:nvCxnSpPr>
        <p:spPr>
          <a:xfrm flipV="1">
            <a:off x="6952473" y="1296471"/>
            <a:ext cx="248958" cy="66490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FD1CCFB-88E7-3157-F425-CC06A0575BDC}"/>
              </a:ext>
            </a:extLst>
          </p:cNvPr>
          <p:cNvSpPr txBox="1"/>
          <p:nvPr/>
        </p:nvSpPr>
        <p:spPr>
          <a:xfrm>
            <a:off x="4031952" y="3952478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X0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623B41-C871-2108-5CAF-12B9CD2ECB88}"/>
              </a:ext>
            </a:extLst>
          </p:cNvPr>
          <p:cNvSpPr txBox="1"/>
          <p:nvPr/>
        </p:nvSpPr>
        <p:spPr>
          <a:xfrm>
            <a:off x="4262734" y="425647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Z0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2AD4E2-4045-5C27-EA8A-75D042868C9F}"/>
              </a:ext>
            </a:extLst>
          </p:cNvPr>
          <p:cNvSpPr txBox="1"/>
          <p:nvPr/>
        </p:nvSpPr>
        <p:spPr>
          <a:xfrm>
            <a:off x="7044160" y="1318187"/>
            <a:ext cx="46313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Y1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8523E3C-9012-734F-A453-952518564F97}"/>
              </a:ext>
            </a:extLst>
          </p:cNvPr>
          <p:cNvCxnSpPr>
            <a:cxnSpLocks/>
          </p:cNvCxnSpPr>
          <p:nvPr/>
        </p:nvCxnSpPr>
        <p:spPr>
          <a:xfrm flipH="1">
            <a:off x="2675455" y="2060313"/>
            <a:ext cx="342412" cy="560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5F1F6F9-45C9-253A-0FFF-39B184832A55}"/>
              </a:ext>
            </a:extLst>
          </p:cNvPr>
          <p:cNvCxnSpPr>
            <a:cxnSpLocks/>
          </p:cNvCxnSpPr>
          <p:nvPr/>
        </p:nvCxnSpPr>
        <p:spPr>
          <a:xfrm flipH="1">
            <a:off x="2801205" y="4613351"/>
            <a:ext cx="116594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169BCAF-694C-8CA8-AD31-A9FAB3E6D4EE}"/>
              </a:ext>
            </a:extLst>
          </p:cNvPr>
          <p:cNvSpPr txBox="1"/>
          <p:nvPr/>
        </p:nvSpPr>
        <p:spPr>
          <a:xfrm>
            <a:off x="2557506" y="3276589"/>
            <a:ext cx="5449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4C7F4C3-26CA-D787-98E9-4AD907019179}"/>
              </a:ext>
            </a:extLst>
          </p:cNvPr>
          <p:cNvCxnSpPr>
            <a:cxnSpLocks/>
          </p:cNvCxnSpPr>
          <p:nvPr/>
        </p:nvCxnSpPr>
        <p:spPr>
          <a:xfrm flipV="1">
            <a:off x="6889948" y="918637"/>
            <a:ext cx="19651" cy="108068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5EBFCF-BE0D-6686-8FBB-EF8AC7B1DCA1}"/>
              </a:ext>
            </a:extLst>
          </p:cNvPr>
          <p:cNvSpPr txBox="1"/>
          <p:nvPr/>
        </p:nvSpPr>
        <p:spPr>
          <a:xfrm>
            <a:off x="5348507" y="878434"/>
            <a:ext cx="5277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65EFE38-74EB-F360-837E-06CDBB929351}"/>
              </a:ext>
            </a:extLst>
          </p:cNvPr>
          <p:cNvCxnSpPr>
            <a:cxnSpLocks/>
          </p:cNvCxnSpPr>
          <p:nvPr/>
        </p:nvCxnSpPr>
        <p:spPr>
          <a:xfrm>
            <a:off x="2846661" y="2092176"/>
            <a:ext cx="0" cy="25122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EBC976D-4558-DA06-590A-D6536AEE2D98}"/>
              </a:ext>
            </a:extLst>
          </p:cNvPr>
          <p:cNvCxnSpPr>
            <a:cxnSpLocks/>
          </p:cNvCxnSpPr>
          <p:nvPr/>
        </p:nvCxnSpPr>
        <p:spPr>
          <a:xfrm>
            <a:off x="4862591" y="1164148"/>
            <a:ext cx="20643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D20FCDB-7A2C-5681-2D20-695C7312324D}"/>
              </a:ext>
            </a:extLst>
          </p:cNvPr>
          <p:cNvCxnSpPr>
            <a:cxnSpLocks/>
          </p:cNvCxnSpPr>
          <p:nvPr/>
        </p:nvCxnSpPr>
        <p:spPr>
          <a:xfrm flipV="1">
            <a:off x="3700450" y="2834600"/>
            <a:ext cx="326272" cy="1375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73F5D7B-D7C3-482F-E6A6-81860F87B4C1}"/>
              </a:ext>
            </a:extLst>
          </p:cNvPr>
          <p:cNvSpPr txBox="1"/>
          <p:nvPr/>
        </p:nvSpPr>
        <p:spPr>
          <a:xfrm>
            <a:off x="3625958" y="2523582"/>
            <a:ext cx="49007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d1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4708BE-50DD-189C-6530-93B9206E8B5C}"/>
              </a:ext>
            </a:extLst>
          </p:cNvPr>
          <p:cNvSpPr txBox="1"/>
          <p:nvPr/>
        </p:nvSpPr>
        <p:spPr>
          <a:xfrm>
            <a:off x="6628942" y="2687333"/>
            <a:ext cx="66450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rgbClr val="00B050"/>
                </a:solidFill>
              </a:rPr>
              <a:t>θ</a:t>
            </a:r>
            <a:r>
              <a:rPr lang="en-US" sz="1200" dirty="0">
                <a:solidFill>
                  <a:srgbClr val="00B050"/>
                </a:solidFill>
              </a:rPr>
              <a:t>2</a:t>
            </a:r>
            <a:r>
              <a:rPr lang="el-GR" sz="1200" dirty="0">
                <a:solidFill>
                  <a:srgbClr val="FF0000"/>
                </a:solidFill>
              </a:rPr>
              <a:t> 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6D68DE9-BF0E-C693-70A8-5A576704CF6C}"/>
              </a:ext>
            </a:extLst>
          </p:cNvPr>
          <p:cNvCxnSpPr/>
          <p:nvPr/>
        </p:nvCxnSpPr>
        <p:spPr>
          <a:xfrm flipH="1" flipV="1">
            <a:off x="6843119" y="3091010"/>
            <a:ext cx="13033" cy="8877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F53948B-222F-30A9-6116-C90BEF39BD14}"/>
              </a:ext>
            </a:extLst>
          </p:cNvPr>
          <p:cNvCxnSpPr/>
          <p:nvPr/>
        </p:nvCxnSpPr>
        <p:spPr>
          <a:xfrm>
            <a:off x="6844907" y="3106258"/>
            <a:ext cx="9463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72A0BD2-E6B5-02A0-8E73-E35DE5E57E1E}"/>
              </a:ext>
            </a:extLst>
          </p:cNvPr>
          <p:cNvCxnSpPr>
            <a:cxnSpLocks/>
          </p:cNvCxnSpPr>
          <p:nvPr/>
        </p:nvCxnSpPr>
        <p:spPr>
          <a:xfrm flipH="1">
            <a:off x="6923674" y="1965194"/>
            <a:ext cx="27516" cy="90534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AF918C8-AA21-804E-7569-175D684057E3}"/>
              </a:ext>
            </a:extLst>
          </p:cNvPr>
          <p:cNvCxnSpPr>
            <a:cxnSpLocks/>
          </p:cNvCxnSpPr>
          <p:nvPr/>
        </p:nvCxnSpPr>
        <p:spPr>
          <a:xfrm>
            <a:off x="6950797" y="1961374"/>
            <a:ext cx="607683" cy="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48EE6E0-FBA8-5D3F-5EE1-7EFC1701108C}"/>
              </a:ext>
            </a:extLst>
          </p:cNvPr>
          <p:cNvSpPr txBox="1"/>
          <p:nvPr/>
        </p:nvSpPr>
        <p:spPr>
          <a:xfrm>
            <a:off x="6880847" y="245195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X1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166557-76B6-4350-0CE8-D9EF171D0BE0}"/>
              </a:ext>
            </a:extLst>
          </p:cNvPr>
          <p:cNvSpPr txBox="1"/>
          <p:nvPr/>
        </p:nvSpPr>
        <p:spPr>
          <a:xfrm>
            <a:off x="7157288" y="1694114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Z1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A32F6F3-FBFF-FD65-1FA4-9AF9A366CC85}"/>
              </a:ext>
            </a:extLst>
          </p:cNvPr>
          <p:cNvCxnSpPr>
            <a:cxnSpLocks/>
          </p:cNvCxnSpPr>
          <p:nvPr/>
        </p:nvCxnSpPr>
        <p:spPr>
          <a:xfrm>
            <a:off x="6901106" y="1950839"/>
            <a:ext cx="0" cy="76939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8EB835B-E94E-F70B-0930-A97B77546580}"/>
              </a:ext>
            </a:extLst>
          </p:cNvPr>
          <p:cNvCxnSpPr>
            <a:cxnSpLocks/>
          </p:cNvCxnSpPr>
          <p:nvPr/>
        </p:nvCxnSpPr>
        <p:spPr>
          <a:xfrm>
            <a:off x="6899750" y="1950839"/>
            <a:ext cx="669375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0" name="Arrow: Curved Up 59">
            <a:extLst>
              <a:ext uri="{FF2B5EF4-FFF2-40B4-BE49-F238E27FC236}">
                <a16:creationId xmlns:a16="http://schemas.microsoft.com/office/drawing/2014/main" id="{C4AD64E8-55A2-E574-E635-CDC2ED97E4B9}"/>
              </a:ext>
            </a:extLst>
          </p:cNvPr>
          <p:cNvSpPr/>
          <p:nvPr/>
        </p:nvSpPr>
        <p:spPr>
          <a:xfrm rot="16200000">
            <a:off x="6415238" y="2452791"/>
            <a:ext cx="606848" cy="166826"/>
          </a:xfrm>
          <a:prstGeom prst="curvedUp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4C55FE-DD42-A3A1-E3E0-C66B8CB320DC}"/>
              </a:ext>
            </a:extLst>
          </p:cNvPr>
          <p:cNvSpPr txBox="1"/>
          <p:nvPr/>
        </p:nvSpPr>
        <p:spPr>
          <a:xfrm>
            <a:off x="6865338" y="2300770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X2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85FBF5-0F21-A5A4-0967-3B29AD0941F2}"/>
              </a:ext>
            </a:extLst>
          </p:cNvPr>
          <p:cNvSpPr txBox="1"/>
          <p:nvPr/>
        </p:nvSpPr>
        <p:spPr>
          <a:xfrm>
            <a:off x="6479843" y="2900501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Z2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51BF267-7EC8-7623-B02F-C13B353CA22F}"/>
              </a:ext>
            </a:extLst>
          </p:cNvPr>
          <p:cNvCxnSpPr>
            <a:cxnSpLocks/>
          </p:cNvCxnSpPr>
          <p:nvPr/>
        </p:nvCxnSpPr>
        <p:spPr>
          <a:xfrm flipH="1">
            <a:off x="6524577" y="1955631"/>
            <a:ext cx="382860" cy="115062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23103C5-0A05-C8D0-A9CA-05CC399731DF}"/>
              </a:ext>
            </a:extLst>
          </p:cNvPr>
          <p:cNvSpPr txBox="1"/>
          <p:nvPr/>
        </p:nvSpPr>
        <p:spPr>
          <a:xfrm>
            <a:off x="6802075" y="3339076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XE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09F1C60-D1A1-EFB8-4257-CC5486C6EBC2}"/>
              </a:ext>
            </a:extLst>
          </p:cNvPr>
          <p:cNvSpPr txBox="1"/>
          <p:nvPr/>
        </p:nvSpPr>
        <p:spPr>
          <a:xfrm>
            <a:off x="7146714" y="1866817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Y2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0050352-9BFF-6B07-3ACA-575BC963EBDA}"/>
              </a:ext>
            </a:extLst>
          </p:cNvPr>
          <p:cNvSpPr txBox="1"/>
          <p:nvPr/>
        </p:nvSpPr>
        <p:spPr>
          <a:xfrm>
            <a:off x="7504781" y="3680731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Y3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D555FF-0002-3282-38E3-2EBD14F5141E}"/>
              </a:ext>
            </a:extLst>
          </p:cNvPr>
          <p:cNvCxnSpPr>
            <a:cxnSpLocks/>
          </p:cNvCxnSpPr>
          <p:nvPr/>
        </p:nvCxnSpPr>
        <p:spPr>
          <a:xfrm flipV="1">
            <a:off x="4862591" y="986983"/>
            <a:ext cx="0" cy="103749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88065FE-4103-C198-F721-390B89220C38}"/>
              </a:ext>
            </a:extLst>
          </p:cNvPr>
          <p:cNvCxnSpPr/>
          <p:nvPr/>
        </p:nvCxnSpPr>
        <p:spPr>
          <a:xfrm>
            <a:off x="6907437" y="1950839"/>
            <a:ext cx="176325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5182772-0284-C55F-3BFA-3CC1A9CE2DEC}"/>
              </a:ext>
            </a:extLst>
          </p:cNvPr>
          <p:cNvCxnSpPr/>
          <p:nvPr/>
        </p:nvCxnSpPr>
        <p:spPr>
          <a:xfrm>
            <a:off x="6926910" y="3091010"/>
            <a:ext cx="176325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A6547A5-0FD9-2BB3-7C25-1BC4F3FD402E}"/>
              </a:ext>
            </a:extLst>
          </p:cNvPr>
          <p:cNvCxnSpPr/>
          <p:nvPr/>
        </p:nvCxnSpPr>
        <p:spPr>
          <a:xfrm>
            <a:off x="6876187" y="3973046"/>
            <a:ext cx="176325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A6B8B5C-CE4D-C3D1-26C2-986BCA18938B}"/>
              </a:ext>
            </a:extLst>
          </p:cNvPr>
          <p:cNvCxnSpPr/>
          <p:nvPr/>
        </p:nvCxnSpPr>
        <p:spPr>
          <a:xfrm>
            <a:off x="8449711" y="1950839"/>
            <a:ext cx="0" cy="114017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C00F2F3-A6C7-F650-3DFB-685887C5ABA3}"/>
              </a:ext>
            </a:extLst>
          </p:cNvPr>
          <p:cNvCxnSpPr>
            <a:cxnSpLocks/>
          </p:cNvCxnSpPr>
          <p:nvPr/>
        </p:nvCxnSpPr>
        <p:spPr>
          <a:xfrm>
            <a:off x="8449711" y="3091010"/>
            <a:ext cx="0" cy="88773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3ABEB8E-0AAF-49EE-4C9F-BD83570617CD}"/>
              </a:ext>
            </a:extLst>
          </p:cNvPr>
          <p:cNvSpPr txBox="1"/>
          <p:nvPr/>
        </p:nvSpPr>
        <p:spPr>
          <a:xfrm>
            <a:off x="8385749" y="2339198"/>
            <a:ext cx="480059" cy="368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F255749-4992-31A6-BB72-079996A842A0}"/>
              </a:ext>
            </a:extLst>
          </p:cNvPr>
          <p:cNvSpPr txBox="1"/>
          <p:nvPr/>
        </p:nvSpPr>
        <p:spPr>
          <a:xfrm>
            <a:off x="8399411" y="3304258"/>
            <a:ext cx="48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30DA893-BBBA-D10C-CE26-8643B97FB745}"/>
              </a:ext>
            </a:extLst>
          </p:cNvPr>
          <p:cNvSpPr txBox="1"/>
          <p:nvPr/>
        </p:nvSpPr>
        <p:spPr>
          <a:xfrm>
            <a:off x="3801214" y="4901177"/>
            <a:ext cx="521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Y0</a:t>
            </a: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F07EB61E-CE4A-27B2-28CF-5B252D3FBAEA}"/>
              </a:ext>
            </a:extLst>
          </p:cNvPr>
          <p:cNvCxnSpPr/>
          <p:nvPr/>
        </p:nvCxnSpPr>
        <p:spPr>
          <a:xfrm>
            <a:off x="6837670" y="3969355"/>
            <a:ext cx="0" cy="69813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A971A125-602B-E5D2-CE27-014FBD2D7B58}"/>
              </a:ext>
            </a:extLst>
          </p:cNvPr>
          <p:cNvCxnSpPr>
            <a:cxnSpLocks/>
          </p:cNvCxnSpPr>
          <p:nvPr/>
        </p:nvCxnSpPr>
        <p:spPr>
          <a:xfrm flipH="1">
            <a:off x="6591519" y="3969355"/>
            <a:ext cx="246151" cy="433335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1D69538A-17BE-8718-CE85-2DF348291522}"/>
              </a:ext>
            </a:extLst>
          </p:cNvPr>
          <p:cNvCxnSpPr>
            <a:cxnSpLocks/>
          </p:cNvCxnSpPr>
          <p:nvPr/>
        </p:nvCxnSpPr>
        <p:spPr>
          <a:xfrm flipV="1">
            <a:off x="6837670" y="3966711"/>
            <a:ext cx="566248" cy="896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EAF60412-8202-9670-AFF0-11124A437A84}"/>
              </a:ext>
            </a:extLst>
          </p:cNvPr>
          <p:cNvCxnSpPr>
            <a:cxnSpLocks/>
          </p:cNvCxnSpPr>
          <p:nvPr/>
        </p:nvCxnSpPr>
        <p:spPr>
          <a:xfrm flipV="1">
            <a:off x="6837670" y="3366024"/>
            <a:ext cx="0" cy="60517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C148040D-5EF1-14B9-2BC3-5314CE5E7838}"/>
              </a:ext>
            </a:extLst>
          </p:cNvPr>
          <p:cNvSpPr txBox="1"/>
          <p:nvPr/>
        </p:nvSpPr>
        <p:spPr>
          <a:xfrm>
            <a:off x="6431366" y="4451943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YE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144D064-31DD-2455-626A-F922EA49F377}"/>
              </a:ext>
            </a:extLst>
          </p:cNvPr>
          <p:cNvSpPr txBox="1"/>
          <p:nvPr/>
        </p:nvSpPr>
        <p:spPr>
          <a:xfrm>
            <a:off x="6808986" y="4379936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X3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4CA76257-C0CB-5F2B-50B4-D2621E2702EC}"/>
              </a:ext>
            </a:extLst>
          </p:cNvPr>
          <p:cNvSpPr txBox="1"/>
          <p:nvPr/>
        </p:nvSpPr>
        <p:spPr>
          <a:xfrm>
            <a:off x="6566342" y="4181068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Z3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7438D24C-3D6E-C39B-9B99-178C807DC966}"/>
              </a:ext>
            </a:extLst>
          </p:cNvPr>
          <p:cNvCxnSpPr>
            <a:cxnSpLocks/>
          </p:cNvCxnSpPr>
          <p:nvPr/>
        </p:nvCxnSpPr>
        <p:spPr>
          <a:xfrm flipH="1">
            <a:off x="6438179" y="3999317"/>
            <a:ext cx="399491" cy="6264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C4E89650-B3AB-59C0-9AD7-56F479903171}"/>
              </a:ext>
            </a:extLst>
          </p:cNvPr>
          <p:cNvCxnSpPr/>
          <p:nvPr/>
        </p:nvCxnSpPr>
        <p:spPr>
          <a:xfrm>
            <a:off x="6837670" y="3961238"/>
            <a:ext cx="1046712" cy="8117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TextBox 223">
            <a:extLst>
              <a:ext uri="{FF2B5EF4-FFF2-40B4-BE49-F238E27FC236}">
                <a16:creationId xmlns:a16="http://schemas.microsoft.com/office/drawing/2014/main" id="{E23B18F9-85CE-C3BB-8C74-90CF86766253}"/>
              </a:ext>
            </a:extLst>
          </p:cNvPr>
          <p:cNvSpPr txBox="1"/>
          <p:nvPr/>
        </p:nvSpPr>
        <p:spPr>
          <a:xfrm>
            <a:off x="7021277" y="3905369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ZE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A31DC097-33AB-792F-B312-6C9AEF47901D}"/>
              </a:ext>
            </a:extLst>
          </p:cNvPr>
          <p:cNvCxnSpPr>
            <a:cxnSpLocks/>
          </p:cNvCxnSpPr>
          <p:nvPr/>
        </p:nvCxnSpPr>
        <p:spPr>
          <a:xfrm>
            <a:off x="6056458" y="3337924"/>
            <a:ext cx="286946" cy="5915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3A9BA2-4F31-1820-1011-C1798E5AAAD4}"/>
              </a:ext>
            </a:extLst>
          </p:cNvPr>
          <p:cNvCxnSpPr>
            <a:cxnSpLocks/>
          </p:cNvCxnSpPr>
          <p:nvPr/>
        </p:nvCxnSpPr>
        <p:spPr>
          <a:xfrm>
            <a:off x="4862591" y="2024482"/>
            <a:ext cx="1676926" cy="3583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B818622C-BF51-4A9C-96CD-AAABA1E0CE3C}"/>
              </a:ext>
            </a:extLst>
          </p:cNvPr>
          <p:cNvSpPr txBox="1"/>
          <p:nvPr/>
        </p:nvSpPr>
        <p:spPr>
          <a:xfrm>
            <a:off x="6441763" y="5025393"/>
            <a:ext cx="10630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La corde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CF896C9-1AA3-9937-53BF-9F9DC92B9451}"/>
              </a:ext>
            </a:extLst>
          </p:cNvPr>
          <p:cNvCxnSpPr>
            <a:cxnSpLocks/>
          </p:cNvCxnSpPr>
          <p:nvPr/>
        </p:nvCxnSpPr>
        <p:spPr>
          <a:xfrm flipH="1" flipV="1">
            <a:off x="6056458" y="4994265"/>
            <a:ext cx="695667" cy="88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260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A190A83-FDF4-E970-7746-603DF61A48A5}"/>
              </a:ext>
            </a:extLst>
          </p:cNvPr>
          <p:cNvCxnSpPr>
            <a:cxnSpLocks/>
          </p:cNvCxnSpPr>
          <p:nvPr/>
        </p:nvCxnSpPr>
        <p:spPr>
          <a:xfrm>
            <a:off x="8686800" y="2398657"/>
            <a:ext cx="118650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3C3FD8B-D4E2-06F6-AB5C-03C3B410BE0E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6125758" y="2376752"/>
            <a:ext cx="2385783" cy="16347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4CEA217F-0FDE-2A21-EB44-B7E75F19A17A}"/>
              </a:ext>
            </a:extLst>
          </p:cNvPr>
          <p:cNvSpPr/>
          <p:nvPr/>
        </p:nvSpPr>
        <p:spPr>
          <a:xfrm>
            <a:off x="8772456" y="4353997"/>
            <a:ext cx="159642" cy="154507"/>
          </a:xfrm>
          <a:prstGeom prst="ellips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7CF4D3E-4DBA-123B-790F-066D982E27E3}"/>
              </a:ext>
            </a:extLst>
          </p:cNvPr>
          <p:cNvSpPr/>
          <p:nvPr/>
        </p:nvSpPr>
        <p:spPr>
          <a:xfrm>
            <a:off x="8772457" y="4347201"/>
            <a:ext cx="159642" cy="154507"/>
          </a:xfrm>
          <a:prstGeom prst="ellipse">
            <a:avLst/>
          </a:prstGeom>
          <a:ln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E45CA7-501F-8A5F-3DA7-4D63066B41A6}"/>
              </a:ext>
            </a:extLst>
          </p:cNvPr>
          <p:cNvCxnSpPr>
            <a:cxnSpLocks/>
          </p:cNvCxnSpPr>
          <p:nvPr/>
        </p:nvCxnSpPr>
        <p:spPr>
          <a:xfrm>
            <a:off x="8831263" y="3551622"/>
            <a:ext cx="0" cy="89431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0D8EC1-33A8-9A5D-81CC-6CC11AB4F39C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5702349" y="2578292"/>
            <a:ext cx="1" cy="278831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DC7DFD-C853-74E0-65BC-051007D15B42}"/>
              </a:ext>
            </a:extLst>
          </p:cNvPr>
          <p:cNvCxnSpPr>
            <a:cxnSpLocks/>
          </p:cNvCxnSpPr>
          <p:nvPr/>
        </p:nvCxnSpPr>
        <p:spPr>
          <a:xfrm>
            <a:off x="8694420" y="2384036"/>
            <a:ext cx="0" cy="11848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46E136-53D8-322D-2923-D35B3FCC4A89}"/>
              </a:ext>
            </a:extLst>
          </p:cNvPr>
          <p:cNvCxnSpPr/>
          <p:nvPr/>
        </p:nvCxnSpPr>
        <p:spPr>
          <a:xfrm>
            <a:off x="8826595" y="4411187"/>
            <a:ext cx="0" cy="69813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E23EAC-BD73-5E36-9C1B-8193C4C2A176}"/>
              </a:ext>
            </a:extLst>
          </p:cNvPr>
          <p:cNvCxnSpPr>
            <a:cxnSpLocks/>
          </p:cNvCxnSpPr>
          <p:nvPr/>
        </p:nvCxnSpPr>
        <p:spPr>
          <a:xfrm flipV="1">
            <a:off x="8826595" y="3807856"/>
            <a:ext cx="0" cy="60517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E87876-902D-4D5E-49AF-6FDE0D1596F3}"/>
              </a:ext>
            </a:extLst>
          </p:cNvPr>
          <p:cNvSpPr txBox="1"/>
          <p:nvPr/>
        </p:nvSpPr>
        <p:spPr>
          <a:xfrm>
            <a:off x="8526526" y="4307794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YE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86D86-2DAC-1C05-4E30-8F44F54FAF23}"/>
              </a:ext>
            </a:extLst>
          </p:cNvPr>
          <p:cNvSpPr txBox="1"/>
          <p:nvPr/>
        </p:nvSpPr>
        <p:spPr>
          <a:xfrm>
            <a:off x="8797911" y="4821768"/>
            <a:ext cx="50606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X3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E51600-1098-7C63-8079-AF36EE98079D}"/>
              </a:ext>
            </a:extLst>
          </p:cNvPr>
          <p:cNvSpPr txBox="1"/>
          <p:nvPr/>
        </p:nvSpPr>
        <p:spPr>
          <a:xfrm>
            <a:off x="8522146" y="4114484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Z3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C961E-DB52-37AE-029B-57F554B0DE0A}"/>
              </a:ext>
            </a:extLst>
          </p:cNvPr>
          <p:cNvSpPr txBox="1"/>
          <p:nvPr/>
        </p:nvSpPr>
        <p:spPr>
          <a:xfrm>
            <a:off x="9023619" y="4132624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ZE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DAA203B3-7276-F9A3-960C-A37CF21F1A97}"/>
              </a:ext>
            </a:extLst>
          </p:cNvPr>
          <p:cNvSpPr/>
          <p:nvPr/>
        </p:nvSpPr>
        <p:spPr>
          <a:xfrm>
            <a:off x="5222888" y="2208960"/>
            <a:ext cx="958923" cy="369332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08C170-A8B0-D103-B0CF-35A33BD56D28}"/>
              </a:ext>
            </a:extLst>
          </p:cNvPr>
          <p:cNvCxnSpPr>
            <a:cxnSpLocks/>
          </p:cNvCxnSpPr>
          <p:nvPr/>
        </p:nvCxnSpPr>
        <p:spPr>
          <a:xfrm>
            <a:off x="5406817" y="5382773"/>
            <a:ext cx="645459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3BB6EA-A26A-4C04-333D-F15B25211FC9}"/>
              </a:ext>
            </a:extLst>
          </p:cNvPr>
          <p:cNvCxnSpPr>
            <a:cxnSpLocks/>
          </p:cNvCxnSpPr>
          <p:nvPr/>
        </p:nvCxnSpPr>
        <p:spPr>
          <a:xfrm>
            <a:off x="5495272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6BCAC2-A1A3-595C-3AF3-67532EBFF43B}"/>
              </a:ext>
            </a:extLst>
          </p:cNvPr>
          <p:cNvCxnSpPr>
            <a:cxnSpLocks/>
          </p:cNvCxnSpPr>
          <p:nvPr/>
        </p:nvCxnSpPr>
        <p:spPr>
          <a:xfrm>
            <a:off x="5593884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8A75BA4-1EE7-D0A3-2EEA-833C7AF54AFD}"/>
              </a:ext>
            </a:extLst>
          </p:cNvPr>
          <p:cNvCxnSpPr>
            <a:cxnSpLocks/>
          </p:cNvCxnSpPr>
          <p:nvPr/>
        </p:nvCxnSpPr>
        <p:spPr>
          <a:xfrm>
            <a:off x="5719390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951BE75-311C-9C06-58D2-C0D8E4F5B2E4}"/>
              </a:ext>
            </a:extLst>
          </p:cNvPr>
          <p:cNvCxnSpPr>
            <a:cxnSpLocks/>
          </p:cNvCxnSpPr>
          <p:nvPr/>
        </p:nvCxnSpPr>
        <p:spPr>
          <a:xfrm>
            <a:off x="5949253" y="5373808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83734DA-5D71-6694-6F37-CF61C815F074}"/>
              </a:ext>
            </a:extLst>
          </p:cNvPr>
          <p:cNvCxnSpPr>
            <a:cxnSpLocks/>
          </p:cNvCxnSpPr>
          <p:nvPr/>
        </p:nvCxnSpPr>
        <p:spPr>
          <a:xfrm>
            <a:off x="5805818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50A030A-6CE0-6162-CD9B-78049F2DA10D}"/>
              </a:ext>
            </a:extLst>
          </p:cNvPr>
          <p:cNvCxnSpPr>
            <a:cxnSpLocks/>
          </p:cNvCxnSpPr>
          <p:nvPr/>
        </p:nvCxnSpPr>
        <p:spPr>
          <a:xfrm>
            <a:off x="6049057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A912D4-3A55-5933-1CD2-7D61F2C0D27A}"/>
              </a:ext>
            </a:extLst>
          </p:cNvPr>
          <p:cNvCxnSpPr>
            <a:cxnSpLocks/>
          </p:cNvCxnSpPr>
          <p:nvPr/>
        </p:nvCxnSpPr>
        <p:spPr>
          <a:xfrm>
            <a:off x="5406817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AB6DA2C-503D-8A13-29F4-02D6959E97ED}"/>
              </a:ext>
            </a:extLst>
          </p:cNvPr>
          <p:cNvSpPr txBox="1"/>
          <p:nvPr/>
        </p:nvSpPr>
        <p:spPr>
          <a:xfrm>
            <a:off x="5639569" y="4773120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X0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087619-88E1-4D96-6A5F-07CE1499292E}"/>
              </a:ext>
            </a:extLst>
          </p:cNvPr>
          <p:cNvSpPr txBox="1"/>
          <p:nvPr/>
        </p:nvSpPr>
        <p:spPr>
          <a:xfrm>
            <a:off x="5992923" y="5071222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Z0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08A8954-E8D9-0B91-D0BD-1B16DF0AA8BD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765750" y="2384036"/>
            <a:ext cx="457138" cy="959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1B91594-0FB8-5311-0A41-96A859A5E56E}"/>
              </a:ext>
            </a:extLst>
          </p:cNvPr>
          <p:cNvSpPr/>
          <p:nvPr/>
        </p:nvSpPr>
        <p:spPr>
          <a:xfrm>
            <a:off x="5639569" y="5292823"/>
            <a:ext cx="159642" cy="1545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D9445D3-5294-AE6F-7C32-A5904E7743A9}"/>
              </a:ext>
            </a:extLst>
          </p:cNvPr>
          <p:cNvCxnSpPr>
            <a:cxnSpLocks/>
          </p:cNvCxnSpPr>
          <p:nvPr/>
        </p:nvCxnSpPr>
        <p:spPr>
          <a:xfrm flipV="1">
            <a:off x="5717621" y="5369324"/>
            <a:ext cx="566248" cy="89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D04C94-8AEC-2DCA-1B11-56C2A52AE9F3}"/>
              </a:ext>
            </a:extLst>
          </p:cNvPr>
          <p:cNvCxnSpPr>
            <a:cxnSpLocks/>
          </p:cNvCxnSpPr>
          <p:nvPr/>
        </p:nvCxnSpPr>
        <p:spPr>
          <a:xfrm flipV="1">
            <a:off x="5717621" y="4768637"/>
            <a:ext cx="0" cy="605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E59AA97-685E-11CC-3AB7-792C102D53BD}"/>
              </a:ext>
            </a:extLst>
          </p:cNvPr>
          <p:cNvGrpSpPr/>
          <p:nvPr/>
        </p:nvGrpSpPr>
        <p:grpSpPr>
          <a:xfrm>
            <a:off x="5716773" y="5366605"/>
            <a:ext cx="25920" cy="29880"/>
            <a:chOff x="7384750" y="4830980"/>
            <a:chExt cx="25920" cy="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91AF221-BE91-9672-D95A-2BE7A685616D}"/>
                    </a:ext>
                  </a:extLst>
                </p14:cNvPr>
                <p14:cNvContentPartPr/>
                <p14:nvPr/>
              </p14:nvContentPartPr>
              <p14:xfrm>
                <a:off x="7391230" y="4838540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91AF221-BE91-9672-D95A-2BE7A685616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8223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25C768-1C51-6F86-50BA-971C1A968147}"/>
                    </a:ext>
                  </a:extLst>
                </p14:cNvPr>
                <p14:cNvContentPartPr/>
                <p14:nvPr/>
              </p14:nvContentPartPr>
              <p14:xfrm>
                <a:off x="7391230" y="4838540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25C768-1C51-6F86-50BA-971C1A96814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8223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ACAF31E-6568-6488-3FF1-6E523CD44F0B}"/>
                    </a:ext>
                  </a:extLst>
                </p14:cNvPr>
                <p14:cNvContentPartPr/>
                <p14:nvPr/>
              </p14:nvContentPartPr>
              <p14:xfrm>
                <a:off x="7391230" y="4838540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ACAF31E-6568-6488-3FF1-6E523CD44F0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8223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56D1AE-C8B9-609F-A215-AD80832A6345}"/>
                    </a:ext>
                  </a:extLst>
                </p14:cNvPr>
                <p14:cNvContentPartPr/>
                <p14:nvPr/>
              </p14:nvContentPartPr>
              <p14:xfrm>
                <a:off x="7384750" y="4838540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56D1AE-C8B9-609F-A215-AD80832A634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7575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4C952B2-C640-03DC-3FA2-D17D96609293}"/>
                    </a:ext>
                  </a:extLst>
                </p14:cNvPr>
                <p14:cNvContentPartPr/>
                <p14:nvPr/>
              </p14:nvContentPartPr>
              <p14:xfrm>
                <a:off x="7384750" y="4857620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4C952B2-C640-03DC-3FA2-D17D9660929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75750" y="48486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34FD757-A619-EFC1-0974-9581F817CDC6}"/>
                    </a:ext>
                  </a:extLst>
                </p14:cNvPr>
                <p14:cNvContentPartPr/>
                <p14:nvPr/>
              </p14:nvContentPartPr>
              <p14:xfrm>
                <a:off x="7391230" y="4845020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34FD757-A619-EFC1-0974-9581F817CDC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82230" y="48360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79E0293-812F-C82F-8037-2E826929BBC9}"/>
                    </a:ext>
                  </a:extLst>
                </p14:cNvPr>
                <p14:cNvContentPartPr/>
                <p14:nvPr/>
              </p14:nvContentPartPr>
              <p14:xfrm>
                <a:off x="7403830" y="4857620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79E0293-812F-C82F-8037-2E826929BBC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94830" y="48486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8CA27EC-24DE-6460-13F4-894DB60BF0EF}"/>
                    </a:ext>
                  </a:extLst>
                </p14:cNvPr>
                <p14:cNvContentPartPr/>
                <p14:nvPr/>
              </p14:nvContentPartPr>
              <p14:xfrm>
                <a:off x="7403830" y="4830980"/>
                <a:ext cx="360" cy="1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8CA27EC-24DE-6460-13F4-894DB60BF0E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94830" y="482198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5A2C714-D149-A51A-347E-A7613D03E309}"/>
                    </a:ext>
                  </a:extLst>
                </p14:cNvPr>
                <p14:cNvContentPartPr/>
                <p14:nvPr/>
              </p14:nvContentPartPr>
              <p14:xfrm>
                <a:off x="7384750" y="4832420"/>
                <a:ext cx="360" cy="3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5A2C714-D149-A51A-347E-A7613D03E30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75750" y="4823420"/>
                  <a:ext cx="18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F9DE130-2E87-413E-CC2D-686E93090F6F}"/>
                    </a:ext>
                  </a:extLst>
                </p14:cNvPr>
                <p14:cNvContentPartPr/>
                <p14:nvPr/>
              </p14:nvContentPartPr>
              <p14:xfrm>
                <a:off x="7384750" y="4845020"/>
                <a:ext cx="360" cy="1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F9DE130-2E87-413E-CC2D-686E93090F6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75750" y="483602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1B7BC69-F5AF-B5EC-8512-09BEA01F849F}"/>
                    </a:ext>
                  </a:extLst>
                </p14:cNvPr>
                <p14:cNvContentPartPr/>
                <p14:nvPr/>
              </p14:nvContentPartPr>
              <p14:xfrm>
                <a:off x="7391950" y="4834220"/>
                <a:ext cx="18720" cy="26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1B7BC69-F5AF-B5EC-8512-09BEA01F849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383120" y="4825220"/>
                  <a:ext cx="36027" cy="44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23589DC2-9920-BED9-8DB7-720AA8A6B34D}"/>
              </a:ext>
            </a:extLst>
          </p:cNvPr>
          <p:cNvSpPr/>
          <p:nvPr/>
        </p:nvSpPr>
        <p:spPr>
          <a:xfrm>
            <a:off x="8511541" y="2200002"/>
            <a:ext cx="378610" cy="3534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01AB561-483F-EA87-4243-8E80465A337B}"/>
              </a:ext>
            </a:extLst>
          </p:cNvPr>
          <p:cNvCxnSpPr>
            <a:cxnSpLocks/>
          </p:cNvCxnSpPr>
          <p:nvPr/>
        </p:nvCxnSpPr>
        <p:spPr>
          <a:xfrm flipV="1">
            <a:off x="8684266" y="2392879"/>
            <a:ext cx="797511" cy="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CE5C9DD-E16D-6147-90B7-B28B456DECC8}"/>
              </a:ext>
            </a:extLst>
          </p:cNvPr>
          <p:cNvCxnSpPr>
            <a:cxnSpLocks/>
          </p:cNvCxnSpPr>
          <p:nvPr/>
        </p:nvCxnSpPr>
        <p:spPr>
          <a:xfrm>
            <a:off x="8684266" y="2407605"/>
            <a:ext cx="0" cy="897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3FA4CC-1EF1-0B8B-1C2B-D8DCF51021CE}"/>
              </a:ext>
            </a:extLst>
          </p:cNvPr>
          <p:cNvCxnSpPr>
            <a:cxnSpLocks/>
          </p:cNvCxnSpPr>
          <p:nvPr/>
        </p:nvCxnSpPr>
        <p:spPr>
          <a:xfrm>
            <a:off x="8694420" y="2384036"/>
            <a:ext cx="0" cy="75272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3502B41-4A7F-4B68-F845-38171CEA9192}"/>
              </a:ext>
            </a:extLst>
          </p:cNvPr>
          <p:cNvCxnSpPr>
            <a:cxnSpLocks/>
          </p:cNvCxnSpPr>
          <p:nvPr/>
        </p:nvCxnSpPr>
        <p:spPr>
          <a:xfrm flipH="1">
            <a:off x="8679526" y="3563218"/>
            <a:ext cx="16427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361BA7D-D1D7-38BF-FF7B-58700E6594AA}"/>
              </a:ext>
            </a:extLst>
          </p:cNvPr>
          <p:cNvSpPr txBox="1"/>
          <p:nvPr/>
        </p:nvSpPr>
        <p:spPr>
          <a:xfrm>
            <a:off x="8797911" y="3787928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XE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15884F-9FA0-5B0F-C84F-94F8B2EFD55D}"/>
              </a:ext>
            </a:extLst>
          </p:cNvPr>
          <p:cNvSpPr txBox="1"/>
          <p:nvPr/>
        </p:nvSpPr>
        <p:spPr>
          <a:xfrm>
            <a:off x="9486915" y="4132376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Y3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AAC3821-5EEE-ED30-6F6B-054056433D9B}"/>
              </a:ext>
            </a:extLst>
          </p:cNvPr>
          <p:cNvSpPr/>
          <p:nvPr/>
        </p:nvSpPr>
        <p:spPr>
          <a:xfrm>
            <a:off x="8615537" y="2306782"/>
            <a:ext cx="159642" cy="154507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AC49883-2366-6FD9-57F3-E04BD3956C5F}"/>
              </a:ext>
            </a:extLst>
          </p:cNvPr>
          <p:cNvSpPr/>
          <p:nvPr/>
        </p:nvSpPr>
        <p:spPr>
          <a:xfrm>
            <a:off x="8613999" y="2305937"/>
            <a:ext cx="159642" cy="154507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706CD3-BD63-FC2C-C722-DE4C4375A4AB}"/>
              </a:ext>
            </a:extLst>
          </p:cNvPr>
          <p:cNvSpPr txBox="1"/>
          <p:nvPr/>
        </p:nvSpPr>
        <p:spPr>
          <a:xfrm>
            <a:off x="5294848" y="5141602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Y0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A56A83-D414-365F-DEFC-7A1AFCF7AD69}"/>
              </a:ext>
            </a:extLst>
          </p:cNvPr>
          <p:cNvSpPr txBox="1"/>
          <p:nvPr/>
        </p:nvSpPr>
        <p:spPr>
          <a:xfrm>
            <a:off x="8645626" y="3041952"/>
            <a:ext cx="440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X1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9949B2A-91FE-EEFD-A5C0-FEF3414A8E8E}"/>
              </a:ext>
            </a:extLst>
          </p:cNvPr>
          <p:cNvSpPr txBox="1"/>
          <p:nvPr/>
        </p:nvSpPr>
        <p:spPr>
          <a:xfrm>
            <a:off x="9102810" y="2039773"/>
            <a:ext cx="477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Z1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29ADB2-9EF7-51FA-4A68-45BC6E49EC5E}"/>
              </a:ext>
            </a:extLst>
          </p:cNvPr>
          <p:cNvSpPr txBox="1"/>
          <p:nvPr/>
        </p:nvSpPr>
        <p:spPr>
          <a:xfrm>
            <a:off x="8230963" y="1881721"/>
            <a:ext cx="440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Y1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D48B130-C32F-3EF4-0251-8E81BDE6BC50}"/>
              </a:ext>
            </a:extLst>
          </p:cNvPr>
          <p:cNvCxnSpPr>
            <a:stCxn id="54" idx="1"/>
            <a:endCxn id="54" idx="5"/>
          </p:cNvCxnSpPr>
          <p:nvPr/>
        </p:nvCxnSpPr>
        <p:spPr>
          <a:xfrm>
            <a:off x="8637378" y="2328564"/>
            <a:ext cx="112884" cy="10925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D0F8FA8-6AE8-AB12-BCED-4FB211B7C590}"/>
              </a:ext>
            </a:extLst>
          </p:cNvPr>
          <p:cNvCxnSpPr>
            <a:stCxn id="54" idx="7"/>
            <a:endCxn id="54" idx="3"/>
          </p:cNvCxnSpPr>
          <p:nvPr/>
        </p:nvCxnSpPr>
        <p:spPr>
          <a:xfrm flipH="1">
            <a:off x="8637378" y="2328564"/>
            <a:ext cx="112884" cy="10925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129E8BB-BCD9-69F8-43B0-709551AB3B5E}"/>
                  </a:ext>
                </a:extLst>
              </p14:cNvPr>
              <p14:cNvContentPartPr/>
              <p14:nvPr/>
            </p14:nvContentPartPr>
            <p14:xfrm>
              <a:off x="8689860" y="2378357"/>
              <a:ext cx="7920" cy="115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129E8BB-BCD9-69F8-43B0-709551AB3B5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81220" y="2369357"/>
                <a:ext cx="25560" cy="29160"/>
              </a:xfrm>
              <a:prstGeom prst="rect">
                <a:avLst/>
              </a:prstGeom>
            </p:spPr>
          </p:pic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9136BCC8-CDDA-BEFC-BD62-3EE9B1A395A8}"/>
              </a:ext>
            </a:extLst>
          </p:cNvPr>
          <p:cNvSpPr txBox="1"/>
          <p:nvPr/>
        </p:nvSpPr>
        <p:spPr>
          <a:xfrm>
            <a:off x="8314705" y="2419001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Z2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F52122-9F02-9F67-8934-02C8EA38239B}"/>
              </a:ext>
            </a:extLst>
          </p:cNvPr>
          <p:cNvSpPr txBox="1"/>
          <p:nvPr/>
        </p:nvSpPr>
        <p:spPr>
          <a:xfrm>
            <a:off x="8623680" y="2748679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X2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A9C4CD-6D53-BE68-1469-AC0E8452BEE4}"/>
              </a:ext>
            </a:extLst>
          </p:cNvPr>
          <p:cNvSpPr txBox="1"/>
          <p:nvPr/>
        </p:nvSpPr>
        <p:spPr>
          <a:xfrm>
            <a:off x="9598305" y="240760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Y2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F5E3B1F-405D-FCDA-E9F2-640AD68B87C5}"/>
              </a:ext>
            </a:extLst>
          </p:cNvPr>
          <p:cNvCxnSpPr>
            <a:cxnSpLocks/>
          </p:cNvCxnSpPr>
          <p:nvPr/>
        </p:nvCxnSpPr>
        <p:spPr>
          <a:xfrm flipV="1">
            <a:off x="5365924" y="3174938"/>
            <a:ext cx="326272" cy="1375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B8B624C-4147-A071-5123-0B3E388946E9}"/>
              </a:ext>
            </a:extLst>
          </p:cNvPr>
          <p:cNvSpPr txBox="1"/>
          <p:nvPr/>
        </p:nvSpPr>
        <p:spPr>
          <a:xfrm>
            <a:off x="5294764" y="2928636"/>
            <a:ext cx="4900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d1</a:t>
            </a:r>
          </a:p>
        </p:txBody>
      </p:sp>
      <p:sp>
        <p:nvSpPr>
          <p:cNvPr id="67" name="Arrow: Curved Up 66">
            <a:extLst>
              <a:ext uri="{FF2B5EF4-FFF2-40B4-BE49-F238E27FC236}">
                <a16:creationId xmlns:a16="http://schemas.microsoft.com/office/drawing/2014/main" id="{786F91EC-36A1-C3DC-FE93-EBECFBCE2531}"/>
              </a:ext>
            </a:extLst>
          </p:cNvPr>
          <p:cNvSpPr/>
          <p:nvPr/>
        </p:nvSpPr>
        <p:spPr>
          <a:xfrm rot="12407585">
            <a:off x="8535034" y="2184819"/>
            <a:ext cx="407404" cy="201273"/>
          </a:xfrm>
          <a:prstGeom prst="curvedUpArrow">
            <a:avLst>
              <a:gd name="adj1" fmla="val 25000"/>
              <a:gd name="adj2" fmla="val 33274"/>
              <a:gd name="adj3" fmla="val 2500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113441-EAC8-88C1-624A-10713B53B4F1}"/>
              </a:ext>
            </a:extLst>
          </p:cNvPr>
          <p:cNvSpPr txBox="1"/>
          <p:nvPr/>
        </p:nvSpPr>
        <p:spPr>
          <a:xfrm>
            <a:off x="8662712" y="1918787"/>
            <a:ext cx="66450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rgbClr val="00B050"/>
                </a:solidFill>
              </a:rPr>
              <a:t>θ</a:t>
            </a:r>
            <a:r>
              <a:rPr lang="en-US" sz="1200" dirty="0">
                <a:solidFill>
                  <a:srgbClr val="00B050"/>
                </a:solidFill>
              </a:rPr>
              <a:t>2</a:t>
            </a:r>
            <a:r>
              <a:rPr lang="el-GR" sz="1200" dirty="0">
                <a:solidFill>
                  <a:srgbClr val="FF0000"/>
                </a:solidFill>
              </a:rPr>
              <a:t> 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594A03-10E2-D01B-6461-A29C2517223D}"/>
              </a:ext>
            </a:extLst>
          </p:cNvPr>
          <p:cNvCxnSpPr>
            <a:cxnSpLocks/>
          </p:cNvCxnSpPr>
          <p:nvPr/>
        </p:nvCxnSpPr>
        <p:spPr>
          <a:xfrm flipV="1">
            <a:off x="8843804" y="4408543"/>
            <a:ext cx="1029503" cy="387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11CB37-706B-C3C5-AD09-5396F4896E02}"/>
              </a:ext>
            </a:extLst>
          </p:cNvPr>
          <p:cNvCxnSpPr>
            <a:cxnSpLocks/>
          </p:cNvCxnSpPr>
          <p:nvPr/>
        </p:nvCxnSpPr>
        <p:spPr>
          <a:xfrm flipV="1">
            <a:off x="8826595" y="4408543"/>
            <a:ext cx="566248" cy="896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1D19C451-0173-D2F4-2A18-DAA027C3887A}"/>
              </a:ext>
            </a:extLst>
          </p:cNvPr>
          <p:cNvSpPr/>
          <p:nvPr/>
        </p:nvSpPr>
        <p:spPr>
          <a:xfrm>
            <a:off x="8816246" y="4404439"/>
            <a:ext cx="45719" cy="51914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42E4369-F5F1-BD4E-D7CD-6279DD857FF9}"/>
              </a:ext>
            </a:extLst>
          </p:cNvPr>
          <p:cNvSpPr/>
          <p:nvPr/>
        </p:nvSpPr>
        <p:spPr>
          <a:xfrm flipH="1" flipV="1">
            <a:off x="8813103" y="4419704"/>
            <a:ext cx="45719" cy="45719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E5E6FE7-3164-4719-455E-F960DCA68194}"/>
              </a:ext>
            </a:extLst>
          </p:cNvPr>
          <p:cNvCxnSpPr>
            <a:cxnSpLocks/>
          </p:cNvCxnSpPr>
          <p:nvPr/>
        </p:nvCxnSpPr>
        <p:spPr>
          <a:xfrm>
            <a:off x="8689703" y="1248592"/>
            <a:ext cx="18342" cy="1138589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343D6DB-1A75-5378-D06C-DB131A5C493B}"/>
              </a:ext>
            </a:extLst>
          </p:cNvPr>
          <p:cNvCxnSpPr>
            <a:cxnSpLocks/>
          </p:cNvCxnSpPr>
          <p:nvPr/>
        </p:nvCxnSpPr>
        <p:spPr>
          <a:xfrm>
            <a:off x="6181811" y="1371600"/>
            <a:ext cx="0" cy="103600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81E2673-A2ED-1738-3A13-664B6AF17745}"/>
              </a:ext>
            </a:extLst>
          </p:cNvPr>
          <p:cNvCxnSpPr>
            <a:cxnSpLocks/>
          </p:cNvCxnSpPr>
          <p:nvPr/>
        </p:nvCxnSpPr>
        <p:spPr>
          <a:xfrm>
            <a:off x="4343400" y="2389877"/>
            <a:ext cx="600075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C096924-445F-9FDF-C706-F1707C6A7890}"/>
              </a:ext>
            </a:extLst>
          </p:cNvPr>
          <p:cNvCxnSpPr>
            <a:cxnSpLocks/>
          </p:cNvCxnSpPr>
          <p:nvPr/>
        </p:nvCxnSpPr>
        <p:spPr>
          <a:xfrm flipV="1">
            <a:off x="4343400" y="5380645"/>
            <a:ext cx="1250484" cy="126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A7D3CEE-562A-F5F0-1433-EDF62F40DDD2}"/>
              </a:ext>
            </a:extLst>
          </p:cNvPr>
          <p:cNvCxnSpPr/>
          <p:nvPr/>
        </p:nvCxnSpPr>
        <p:spPr>
          <a:xfrm>
            <a:off x="4467225" y="2389877"/>
            <a:ext cx="0" cy="300336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5FEC6FAC-A145-8608-1185-5273D7D7E20C}"/>
              </a:ext>
            </a:extLst>
          </p:cNvPr>
          <p:cNvSpPr txBox="1"/>
          <p:nvPr/>
        </p:nvSpPr>
        <p:spPr>
          <a:xfrm>
            <a:off x="4189684" y="3664903"/>
            <a:ext cx="453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3808CD1-C3FD-5CEF-FFDE-59EF8DEDDB2D}"/>
              </a:ext>
            </a:extLst>
          </p:cNvPr>
          <p:cNvCxnSpPr/>
          <p:nvPr/>
        </p:nvCxnSpPr>
        <p:spPr>
          <a:xfrm>
            <a:off x="6181811" y="1571625"/>
            <a:ext cx="251260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215F3F4-92EA-B3A4-B4F5-CCA6971A5C27}"/>
              </a:ext>
            </a:extLst>
          </p:cNvPr>
          <p:cNvSpPr txBox="1"/>
          <p:nvPr/>
        </p:nvSpPr>
        <p:spPr>
          <a:xfrm>
            <a:off x="6997410" y="1304925"/>
            <a:ext cx="39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41312B1-57C6-5026-5507-F4C014302077}"/>
              </a:ext>
            </a:extLst>
          </p:cNvPr>
          <p:cNvCxnSpPr>
            <a:cxnSpLocks/>
          </p:cNvCxnSpPr>
          <p:nvPr/>
        </p:nvCxnSpPr>
        <p:spPr>
          <a:xfrm flipV="1">
            <a:off x="8703589" y="2379531"/>
            <a:ext cx="2295498" cy="4796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1E1CFCD-8F7F-91F8-AA16-CF52EBCDF6BD}"/>
              </a:ext>
            </a:extLst>
          </p:cNvPr>
          <p:cNvCxnSpPr>
            <a:cxnSpLocks/>
          </p:cNvCxnSpPr>
          <p:nvPr/>
        </p:nvCxnSpPr>
        <p:spPr>
          <a:xfrm>
            <a:off x="8671061" y="3561914"/>
            <a:ext cx="2314209" cy="210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B76449C-AB48-14FC-8DB2-F50A14C3E382}"/>
              </a:ext>
            </a:extLst>
          </p:cNvPr>
          <p:cNvCxnSpPr>
            <a:cxnSpLocks/>
          </p:cNvCxnSpPr>
          <p:nvPr/>
        </p:nvCxnSpPr>
        <p:spPr>
          <a:xfrm>
            <a:off x="8835931" y="4390379"/>
            <a:ext cx="2149339" cy="2694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DEEEAE8-4FF5-3E07-4A45-EAEFBBC7FF3F}"/>
              </a:ext>
            </a:extLst>
          </p:cNvPr>
          <p:cNvCxnSpPr>
            <a:cxnSpLocks/>
          </p:cNvCxnSpPr>
          <p:nvPr/>
        </p:nvCxnSpPr>
        <p:spPr>
          <a:xfrm flipH="1">
            <a:off x="10698701" y="2390876"/>
            <a:ext cx="9525" cy="11983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91C10D7-4211-3F96-CB00-9F11BDE3EDEE}"/>
              </a:ext>
            </a:extLst>
          </p:cNvPr>
          <p:cNvCxnSpPr>
            <a:cxnSpLocks/>
          </p:cNvCxnSpPr>
          <p:nvPr/>
        </p:nvCxnSpPr>
        <p:spPr>
          <a:xfrm flipH="1">
            <a:off x="10698701" y="3579221"/>
            <a:ext cx="9525" cy="83680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3DDB2C5-53B2-7AAE-B215-CD164416360E}"/>
              </a:ext>
            </a:extLst>
          </p:cNvPr>
          <p:cNvSpPr txBox="1"/>
          <p:nvPr/>
        </p:nvSpPr>
        <p:spPr>
          <a:xfrm>
            <a:off x="10708226" y="2856188"/>
            <a:ext cx="38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E59E2C9-A1B0-7CEC-C198-BB4FF9304AD3}"/>
              </a:ext>
            </a:extLst>
          </p:cNvPr>
          <p:cNvSpPr txBox="1"/>
          <p:nvPr/>
        </p:nvSpPr>
        <p:spPr>
          <a:xfrm>
            <a:off x="10703463" y="3835960"/>
            <a:ext cx="38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9CDEDBA8-FDAD-C5BE-5149-E32CB1D7EDBD}"/>
              </a:ext>
            </a:extLst>
          </p:cNvPr>
          <p:cNvSpPr/>
          <p:nvPr/>
        </p:nvSpPr>
        <p:spPr>
          <a:xfrm>
            <a:off x="8516178" y="4352212"/>
            <a:ext cx="61402" cy="516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C3499E5-9F9E-6B4A-DE3D-CF790D1A46ED}"/>
              </a:ext>
            </a:extLst>
          </p:cNvPr>
          <p:cNvSpPr txBox="1"/>
          <p:nvPr/>
        </p:nvSpPr>
        <p:spPr>
          <a:xfrm>
            <a:off x="7984720" y="5213327"/>
            <a:ext cx="10630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La corde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692FA75F-9D86-754D-6D21-E7929AC5D42E}"/>
              </a:ext>
            </a:extLst>
          </p:cNvPr>
          <p:cNvCxnSpPr>
            <a:cxnSpLocks/>
            <a:endCxn id="113" idx="3"/>
          </p:cNvCxnSpPr>
          <p:nvPr/>
        </p:nvCxnSpPr>
        <p:spPr>
          <a:xfrm flipV="1">
            <a:off x="8107383" y="4396288"/>
            <a:ext cx="417787" cy="843441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740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ylinder 1">
            <a:extLst>
              <a:ext uri="{FF2B5EF4-FFF2-40B4-BE49-F238E27FC236}">
                <a16:creationId xmlns:a16="http://schemas.microsoft.com/office/drawing/2014/main" id="{EB8A9968-1BB3-22F8-4989-9D7A12B10D17}"/>
              </a:ext>
            </a:extLst>
          </p:cNvPr>
          <p:cNvSpPr/>
          <p:nvPr/>
        </p:nvSpPr>
        <p:spPr>
          <a:xfrm rot="2107828">
            <a:off x="8370282" y="2625765"/>
            <a:ext cx="46273" cy="2708242"/>
          </a:xfrm>
          <a:prstGeom prst="can">
            <a:avLst>
              <a:gd name="adj" fmla="val 831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CE69B5-FDCB-C0D7-3E79-961AAE03BAEB}"/>
              </a:ext>
            </a:extLst>
          </p:cNvPr>
          <p:cNvCxnSpPr>
            <a:cxnSpLocks/>
          </p:cNvCxnSpPr>
          <p:nvPr/>
        </p:nvCxnSpPr>
        <p:spPr>
          <a:xfrm flipV="1">
            <a:off x="5752060" y="5320559"/>
            <a:ext cx="0" cy="65211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owchart: Direct Access Storage 3">
            <a:extLst>
              <a:ext uri="{FF2B5EF4-FFF2-40B4-BE49-F238E27FC236}">
                <a16:creationId xmlns:a16="http://schemas.microsoft.com/office/drawing/2014/main" id="{FF6714B3-B4AA-A697-33EE-DCB702CE400F}"/>
              </a:ext>
            </a:extLst>
          </p:cNvPr>
          <p:cNvSpPr/>
          <p:nvPr/>
        </p:nvSpPr>
        <p:spPr>
          <a:xfrm rot="8440865">
            <a:off x="5468369" y="1789772"/>
            <a:ext cx="1250501" cy="270002"/>
          </a:xfrm>
          <a:prstGeom prst="flowChartMagneticDrum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890D5C-435C-A36F-5871-BC866C6BA3EC}"/>
              </a:ext>
            </a:extLst>
          </p:cNvPr>
          <p:cNvCxnSpPr>
            <a:cxnSpLocks/>
          </p:cNvCxnSpPr>
          <p:nvPr/>
        </p:nvCxnSpPr>
        <p:spPr>
          <a:xfrm flipV="1">
            <a:off x="5795254" y="2369220"/>
            <a:ext cx="0" cy="93691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EDDF55-D9CE-E2BE-D6CB-2894C3A0CFC2}"/>
              </a:ext>
            </a:extLst>
          </p:cNvPr>
          <p:cNvCxnSpPr>
            <a:cxnSpLocks/>
          </p:cNvCxnSpPr>
          <p:nvPr/>
        </p:nvCxnSpPr>
        <p:spPr>
          <a:xfrm flipV="1">
            <a:off x="8557733" y="220908"/>
            <a:ext cx="158054" cy="4840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be 6">
            <a:extLst>
              <a:ext uri="{FF2B5EF4-FFF2-40B4-BE49-F238E27FC236}">
                <a16:creationId xmlns:a16="http://schemas.microsoft.com/office/drawing/2014/main" id="{CE98FC52-6FE3-CA82-4236-8EEAEC4701D8}"/>
              </a:ext>
            </a:extLst>
          </p:cNvPr>
          <p:cNvSpPr/>
          <p:nvPr/>
        </p:nvSpPr>
        <p:spPr>
          <a:xfrm>
            <a:off x="5339351" y="887549"/>
            <a:ext cx="1158174" cy="528916"/>
          </a:xfrm>
          <a:prstGeom prst="cub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FDF650-5B86-BA87-4A8A-12DCCB4C865B}"/>
              </a:ext>
            </a:extLst>
          </p:cNvPr>
          <p:cNvCxnSpPr>
            <a:cxnSpLocks/>
          </p:cNvCxnSpPr>
          <p:nvPr/>
        </p:nvCxnSpPr>
        <p:spPr>
          <a:xfrm>
            <a:off x="5413341" y="5977156"/>
            <a:ext cx="645459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449144-AD01-19A7-29A9-560543703636}"/>
              </a:ext>
            </a:extLst>
          </p:cNvPr>
          <p:cNvCxnSpPr>
            <a:cxnSpLocks/>
          </p:cNvCxnSpPr>
          <p:nvPr/>
        </p:nvCxnSpPr>
        <p:spPr>
          <a:xfrm>
            <a:off x="5501796" y="597715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3B7FB2-BFEF-D0E8-5772-81A1517F498F}"/>
              </a:ext>
            </a:extLst>
          </p:cNvPr>
          <p:cNvCxnSpPr>
            <a:cxnSpLocks/>
          </p:cNvCxnSpPr>
          <p:nvPr/>
        </p:nvCxnSpPr>
        <p:spPr>
          <a:xfrm>
            <a:off x="5600408" y="597715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A67878-0738-EF84-2C6F-57C48F07D58B}"/>
              </a:ext>
            </a:extLst>
          </p:cNvPr>
          <p:cNvCxnSpPr>
            <a:cxnSpLocks/>
          </p:cNvCxnSpPr>
          <p:nvPr/>
        </p:nvCxnSpPr>
        <p:spPr>
          <a:xfrm>
            <a:off x="5725914" y="597715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A9705C-92BE-E885-42A5-FA2C47E0E43B}"/>
              </a:ext>
            </a:extLst>
          </p:cNvPr>
          <p:cNvCxnSpPr>
            <a:cxnSpLocks/>
          </p:cNvCxnSpPr>
          <p:nvPr/>
        </p:nvCxnSpPr>
        <p:spPr>
          <a:xfrm>
            <a:off x="5955777" y="5968191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43957F-80B0-04C9-1841-04A3D87AE152}"/>
              </a:ext>
            </a:extLst>
          </p:cNvPr>
          <p:cNvCxnSpPr>
            <a:cxnSpLocks/>
          </p:cNvCxnSpPr>
          <p:nvPr/>
        </p:nvCxnSpPr>
        <p:spPr>
          <a:xfrm>
            <a:off x="5812342" y="597715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CE3D6B-C01A-5DE8-0D01-5B8D824254C7}"/>
              </a:ext>
            </a:extLst>
          </p:cNvPr>
          <p:cNvCxnSpPr>
            <a:cxnSpLocks/>
          </p:cNvCxnSpPr>
          <p:nvPr/>
        </p:nvCxnSpPr>
        <p:spPr>
          <a:xfrm>
            <a:off x="6055581" y="597715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118D34-B9B2-23D9-CAE9-ABA48FAE53F2}"/>
              </a:ext>
            </a:extLst>
          </p:cNvPr>
          <p:cNvCxnSpPr>
            <a:cxnSpLocks/>
          </p:cNvCxnSpPr>
          <p:nvPr/>
        </p:nvCxnSpPr>
        <p:spPr>
          <a:xfrm>
            <a:off x="5413341" y="597715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E251A5-9AFF-38D1-078C-7C803C04DED2}"/>
              </a:ext>
            </a:extLst>
          </p:cNvPr>
          <p:cNvCxnSpPr>
            <a:cxnSpLocks/>
          </p:cNvCxnSpPr>
          <p:nvPr/>
        </p:nvCxnSpPr>
        <p:spPr>
          <a:xfrm flipV="1">
            <a:off x="5724145" y="5963707"/>
            <a:ext cx="566248" cy="89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02FFF1-43C0-759E-828B-C1ABE78B3755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2428875" y="1218122"/>
            <a:ext cx="2910476" cy="881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1332DEA-B943-6E4D-2CC8-6133B7FEDBD0}"/>
              </a:ext>
            </a:extLst>
          </p:cNvPr>
          <p:cNvCxnSpPr>
            <a:cxnSpLocks/>
          </p:cNvCxnSpPr>
          <p:nvPr/>
        </p:nvCxnSpPr>
        <p:spPr>
          <a:xfrm flipV="1">
            <a:off x="5724145" y="5363020"/>
            <a:ext cx="0" cy="605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19202A-D2F5-31AC-D056-EF1682629B1C}"/>
              </a:ext>
            </a:extLst>
          </p:cNvPr>
          <p:cNvCxnSpPr>
            <a:cxnSpLocks/>
          </p:cNvCxnSpPr>
          <p:nvPr/>
        </p:nvCxnSpPr>
        <p:spPr>
          <a:xfrm flipH="1">
            <a:off x="6403726" y="892668"/>
            <a:ext cx="111138" cy="52891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96F5226-12A1-75B7-25EE-F86DEC06FF89}"/>
              </a:ext>
            </a:extLst>
          </p:cNvPr>
          <p:cNvCxnSpPr>
            <a:cxnSpLocks/>
          </p:cNvCxnSpPr>
          <p:nvPr/>
        </p:nvCxnSpPr>
        <p:spPr>
          <a:xfrm>
            <a:off x="6372240" y="1050343"/>
            <a:ext cx="142624" cy="25183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3F77BEB-003F-986C-A28F-1FFFC4BAA531}"/>
              </a:ext>
            </a:extLst>
          </p:cNvPr>
          <p:cNvCxnSpPr>
            <a:cxnSpLocks/>
          </p:cNvCxnSpPr>
          <p:nvPr/>
        </p:nvCxnSpPr>
        <p:spPr>
          <a:xfrm>
            <a:off x="8604448" y="255841"/>
            <a:ext cx="36154" cy="45566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5342226-CA0E-62AE-A688-3883DB21B4A8}"/>
              </a:ext>
            </a:extLst>
          </p:cNvPr>
          <p:cNvCxnSpPr/>
          <p:nvPr/>
        </p:nvCxnSpPr>
        <p:spPr>
          <a:xfrm flipH="1">
            <a:off x="5422522" y="5968191"/>
            <a:ext cx="302415" cy="540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9ED661-5CEE-D4D1-AA94-7B7FF92D113A}"/>
              </a:ext>
            </a:extLst>
          </p:cNvPr>
          <p:cNvCxnSpPr>
            <a:cxnSpLocks/>
          </p:cNvCxnSpPr>
          <p:nvPr/>
        </p:nvCxnSpPr>
        <p:spPr>
          <a:xfrm flipV="1">
            <a:off x="5820817" y="1778521"/>
            <a:ext cx="517018" cy="383908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85CFB20-03B5-C114-610B-97593E051861}"/>
              </a:ext>
            </a:extLst>
          </p:cNvPr>
          <p:cNvSpPr txBox="1"/>
          <p:nvPr/>
        </p:nvSpPr>
        <p:spPr>
          <a:xfrm>
            <a:off x="5703962" y="499900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X0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90FF72-3307-96D1-B077-3C9F2D7D9515}"/>
              </a:ext>
            </a:extLst>
          </p:cNvPr>
          <p:cNvSpPr txBox="1"/>
          <p:nvPr/>
        </p:nvSpPr>
        <p:spPr>
          <a:xfrm>
            <a:off x="5933526" y="5615796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Z0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0B6794-E4CA-DD69-8DD0-BF13013A0F7B}"/>
              </a:ext>
            </a:extLst>
          </p:cNvPr>
          <p:cNvSpPr txBox="1"/>
          <p:nvPr/>
        </p:nvSpPr>
        <p:spPr>
          <a:xfrm>
            <a:off x="6023688" y="1679236"/>
            <a:ext cx="46313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Y1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E42DDD-A5F3-98D1-D2E4-9B269828506B}"/>
              </a:ext>
            </a:extLst>
          </p:cNvPr>
          <p:cNvCxnSpPr>
            <a:cxnSpLocks/>
          </p:cNvCxnSpPr>
          <p:nvPr/>
        </p:nvCxnSpPr>
        <p:spPr>
          <a:xfrm flipH="1">
            <a:off x="1671318" y="1218122"/>
            <a:ext cx="342412" cy="560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ADB00B9-9740-130B-036F-8A0FBB09CBA7}"/>
              </a:ext>
            </a:extLst>
          </p:cNvPr>
          <p:cNvCxnSpPr>
            <a:cxnSpLocks/>
          </p:cNvCxnSpPr>
          <p:nvPr/>
        </p:nvCxnSpPr>
        <p:spPr>
          <a:xfrm flipH="1">
            <a:off x="4471997" y="5972672"/>
            <a:ext cx="116594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2F8657-2B56-6777-EFF3-21A014BEC163}"/>
              </a:ext>
            </a:extLst>
          </p:cNvPr>
          <p:cNvSpPr txBox="1"/>
          <p:nvPr/>
        </p:nvSpPr>
        <p:spPr>
          <a:xfrm>
            <a:off x="2539602" y="2877411"/>
            <a:ext cx="5449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D3C801E-02A7-CB40-D023-5A58FD439F7B}"/>
              </a:ext>
            </a:extLst>
          </p:cNvPr>
          <p:cNvCxnSpPr>
            <a:cxnSpLocks/>
          </p:cNvCxnSpPr>
          <p:nvPr/>
        </p:nvCxnSpPr>
        <p:spPr>
          <a:xfrm flipV="1">
            <a:off x="8482548" y="76445"/>
            <a:ext cx="19651" cy="108068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6A8267A-DEEC-6115-CE37-5BC75B514970}"/>
              </a:ext>
            </a:extLst>
          </p:cNvPr>
          <p:cNvSpPr txBox="1"/>
          <p:nvPr/>
        </p:nvSpPr>
        <p:spPr>
          <a:xfrm>
            <a:off x="6941107" y="36242"/>
            <a:ext cx="5277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29F3EBA-601E-021A-9B40-05A790B99EEB}"/>
              </a:ext>
            </a:extLst>
          </p:cNvPr>
          <p:cNvCxnSpPr>
            <a:cxnSpLocks/>
          </p:cNvCxnSpPr>
          <p:nvPr/>
        </p:nvCxnSpPr>
        <p:spPr>
          <a:xfrm>
            <a:off x="2846661" y="2092176"/>
            <a:ext cx="0" cy="25122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85F37F2-C057-62FD-1BAF-37600E14DAE4}"/>
              </a:ext>
            </a:extLst>
          </p:cNvPr>
          <p:cNvCxnSpPr>
            <a:cxnSpLocks/>
          </p:cNvCxnSpPr>
          <p:nvPr/>
        </p:nvCxnSpPr>
        <p:spPr>
          <a:xfrm>
            <a:off x="6455191" y="321956"/>
            <a:ext cx="206431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FAFCBA4-F371-2CD9-3B14-3216D779AB08}"/>
              </a:ext>
            </a:extLst>
          </p:cNvPr>
          <p:cNvCxnSpPr>
            <a:cxnSpLocks/>
          </p:cNvCxnSpPr>
          <p:nvPr/>
        </p:nvCxnSpPr>
        <p:spPr>
          <a:xfrm flipV="1">
            <a:off x="1185004" y="2839628"/>
            <a:ext cx="326272" cy="1375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98AA8CE-D721-3BC0-DC6F-211352A44637}"/>
              </a:ext>
            </a:extLst>
          </p:cNvPr>
          <p:cNvSpPr txBox="1"/>
          <p:nvPr/>
        </p:nvSpPr>
        <p:spPr>
          <a:xfrm>
            <a:off x="1134932" y="2372263"/>
            <a:ext cx="49007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d1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17E84A-874F-7F74-8CFB-A8ABD6642C97}"/>
              </a:ext>
            </a:extLst>
          </p:cNvPr>
          <p:cNvSpPr txBox="1"/>
          <p:nvPr/>
        </p:nvSpPr>
        <p:spPr>
          <a:xfrm>
            <a:off x="5948047" y="2158554"/>
            <a:ext cx="66450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rgbClr val="00B050"/>
                </a:solidFill>
              </a:rPr>
              <a:t>θ</a:t>
            </a:r>
            <a:r>
              <a:rPr lang="en-US" sz="1200" dirty="0">
                <a:solidFill>
                  <a:srgbClr val="00B050"/>
                </a:solidFill>
              </a:rPr>
              <a:t>2</a:t>
            </a:r>
            <a:r>
              <a:rPr lang="el-GR" sz="1200" dirty="0">
                <a:solidFill>
                  <a:srgbClr val="FF0000"/>
                </a:solidFill>
              </a:rPr>
              <a:t> 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46A0124-4195-5A6A-19D8-CFA03F9AE7F1}"/>
              </a:ext>
            </a:extLst>
          </p:cNvPr>
          <p:cNvCxnSpPr/>
          <p:nvPr/>
        </p:nvCxnSpPr>
        <p:spPr>
          <a:xfrm flipH="1" flipV="1">
            <a:off x="5719502" y="3310557"/>
            <a:ext cx="13033" cy="8877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AA755B7-2767-307C-DCE8-F381735CD27C}"/>
              </a:ext>
            </a:extLst>
          </p:cNvPr>
          <p:cNvCxnSpPr/>
          <p:nvPr/>
        </p:nvCxnSpPr>
        <p:spPr>
          <a:xfrm>
            <a:off x="5713251" y="3307313"/>
            <a:ext cx="9463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57227F8-B395-7365-D312-57C9AE9E2C08}"/>
              </a:ext>
            </a:extLst>
          </p:cNvPr>
          <p:cNvCxnSpPr>
            <a:cxnSpLocks/>
          </p:cNvCxnSpPr>
          <p:nvPr/>
        </p:nvCxnSpPr>
        <p:spPr>
          <a:xfrm flipH="1">
            <a:off x="5792018" y="2166249"/>
            <a:ext cx="27516" cy="905345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F12BFD9-614C-71D1-C8B6-1D60C5FF8072}"/>
              </a:ext>
            </a:extLst>
          </p:cNvPr>
          <p:cNvCxnSpPr>
            <a:cxnSpLocks/>
          </p:cNvCxnSpPr>
          <p:nvPr/>
        </p:nvCxnSpPr>
        <p:spPr>
          <a:xfrm>
            <a:off x="5819141" y="2162429"/>
            <a:ext cx="607683" cy="1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C206EAF-567D-BA61-BA2F-6A94BD8DE695}"/>
              </a:ext>
            </a:extLst>
          </p:cNvPr>
          <p:cNvSpPr txBox="1"/>
          <p:nvPr/>
        </p:nvSpPr>
        <p:spPr>
          <a:xfrm>
            <a:off x="5749191" y="2653010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X1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605522-EDCA-D510-3310-F35908240FB5}"/>
              </a:ext>
            </a:extLst>
          </p:cNvPr>
          <p:cNvSpPr txBox="1"/>
          <p:nvPr/>
        </p:nvSpPr>
        <p:spPr>
          <a:xfrm>
            <a:off x="6111824" y="193360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Z1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93D3C99-E020-7B3D-1218-CBF8CB1B71FD}"/>
              </a:ext>
            </a:extLst>
          </p:cNvPr>
          <p:cNvCxnSpPr>
            <a:cxnSpLocks/>
          </p:cNvCxnSpPr>
          <p:nvPr/>
        </p:nvCxnSpPr>
        <p:spPr>
          <a:xfrm>
            <a:off x="5769450" y="2151894"/>
            <a:ext cx="0" cy="76939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357D1EF-06C4-A545-055E-2FDFFADE60E6}"/>
              </a:ext>
            </a:extLst>
          </p:cNvPr>
          <p:cNvCxnSpPr>
            <a:cxnSpLocks/>
          </p:cNvCxnSpPr>
          <p:nvPr/>
        </p:nvCxnSpPr>
        <p:spPr>
          <a:xfrm>
            <a:off x="5768094" y="2151894"/>
            <a:ext cx="1064506" cy="1053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8" name="Arrow: Curved Up 47">
            <a:extLst>
              <a:ext uri="{FF2B5EF4-FFF2-40B4-BE49-F238E27FC236}">
                <a16:creationId xmlns:a16="http://schemas.microsoft.com/office/drawing/2014/main" id="{32D03725-26BF-B6A4-F76A-CBC87A3A4F72}"/>
              </a:ext>
            </a:extLst>
          </p:cNvPr>
          <p:cNvSpPr/>
          <p:nvPr/>
        </p:nvSpPr>
        <p:spPr>
          <a:xfrm rot="15391192">
            <a:off x="5619145" y="2041103"/>
            <a:ext cx="529438" cy="197031"/>
          </a:xfrm>
          <a:prstGeom prst="curvedUpArrow">
            <a:avLst>
              <a:gd name="adj1" fmla="val 25000"/>
              <a:gd name="adj2" fmla="val 50000"/>
              <a:gd name="adj3" fmla="val 30451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D195EA-8D3E-72C1-DE33-38355D47FC1B}"/>
              </a:ext>
            </a:extLst>
          </p:cNvPr>
          <p:cNvSpPr txBox="1"/>
          <p:nvPr/>
        </p:nvSpPr>
        <p:spPr>
          <a:xfrm>
            <a:off x="5733682" y="250182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X2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F843AD3-9B15-1A37-9840-11FF5D81A098}"/>
              </a:ext>
            </a:extLst>
          </p:cNvPr>
          <p:cNvCxnSpPr>
            <a:cxnSpLocks/>
          </p:cNvCxnSpPr>
          <p:nvPr/>
        </p:nvCxnSpPr>
        <p:spPr>
          <a:xfrm flipH="1">
            <a:off x="5235756" y="2156686"/>
            <a:ext cx="540025" cy="59759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FB7BE05-7F5A-5B72-F30E-53B3B3BACE95}"/>
              </a:ext>
            </a:extLst>
          </p:cNvPr>
          <p:cNvSpPr txBox="1"/>
          <p:nvPr/>
        </p:nvSpPr>
        <p:spPr>
          <a:xfrm>
            <a:off x="5678458" y="3558623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XE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55EFD0-4C15-1BE6-7B2F-168B57AA2037}"/>
              </a:ext>
            </a:extLst>
          </p:cNvPr>
          <p:cNvSpPr txBox="1"/>
          <p:nvPr/>
        </p:nvSpPr>
        <p:spPr>
          <a:xfrm>
            <a:off x="6439592" y="2080225"/>
            <a:ext cx="38053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Y2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FC4113-4E4E-B612-1606-482652680ECF}"/>
              </a:ext>
            </a:extLst>
          </p:cNvPr>
          <p:cNvSpPr txBox="1"/>
          <p:nvPr/>
        </p:nvSpPr>
        <p:spPr>
          <a:xfrm>
            <a:off x="6381164" y="3900278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Y3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7430A11-358E-561E-943C-B2A4BA261A8C}"/>
              </a:ext>
            </a:extLst>
          </p:cNvPr>
          <p:cNvCxnSpPr>
            <a:cxnSpLocks/>
          </p:cNvCxnSpPr>
          <p:nvPr/>
        </p:nvCxnSpPr>
        <p:spPr>
          <a:xfrm flipV="1">
            <a:off x="6455191" y="144791"/>
            <a:ext cx="0" cy="103749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BD3EB2D-F252-009E-6DC3-9F73790459B8}"/>
              </a:ext>
            </a:extLst>
          </p:cNvPr>
          <p:cNvCxnSpPr/>
          <p:nvPr/>
        </p:nvCxnSpPr>
        <p:spPr>
          <a:xfrm>
            <a:off x="5767236" y="2166551"/>
            <a:ext cx="176325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016991C-D2D5-E416-FFE8-B5D7EA09C771}"/>
              </a:ext>
            </a:extLst>
          </p:cNvPr>
          <p:cNvCxnSpPr/>
          <p:nvPr/>
        </p:nvCxnSpPr>
        <p:spPr>
          <a:xfrm>
            <a:off x="5795254" y="3292065"/>
            <a:ext cx="176325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7338ED8-9C8B-D8B8-BBB9-6E1FB0C81259}"/>
              </a:ext>
            </a:extLst>
          </p:cNvPr>
          <p:cNvCxnSpPr/>
          <p:nvPr/>
        </p:nvCxnSpPr>
        <p:spPr>
          <a:xfrm>
            <a:off x="5752570" y="4192593"/>
            <a:ext cx="176325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CEC2116-98A6-5E7F-0860-B78E27A65211}"/>
              </a:ext>
            </a:extLst>
          </p:cNvPr>
          <p:cNvCxnSpPr/>
          <p:nvPr/>
        </p:nvCxnSpPr>
        <p:spPr>
          <a:xfrm>
            <a:off x="7318055" y="2151894"/>
            <a:ext cx="0" cy="114017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DB4A069-BA35-46A0-020E-F34634572DC8}"/>
              </a:ext>
            </a:extLst>
          </p:cNvPr>
          <p:cNvCxnSpPr>
            <a:cxnSpLocks/>
          </p:cNvCxnSpPr>
          <p:nvPr/>
        </p:nvCxnSpPr>
        <p:spPr>
          <a:xfrm>
            <a:off x="7326094" y="3310557"/>
            <a:ext cx="0" cy="88773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99F40D7-B68F-18E6-1EBF-7F749F4B9CCC}"/>
              </a:ext>
            </a:extLst>
          </p:cNvPr>
          <p:cNvSpPr txBox="1"/>
          <p:nvPr/>
        </p:nvSpPr>
        <p:spPr>
          <a:xfrm>
            <a:off x="7254093" y="2540253"/>
            <a:ext cx="480059" cy="368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A6E617-06DC-B3E0-2DB7-A5874406C7ED}"/>
              </a:ext>
            </a:extLst>
          </p:cNvPr>
          <p:cNvSpPr txBox="1"/>
          <p:nvPr/>
        </p:nvSpPr>
        <p:spPr>
          <a:xfrm>
            <a:off x="7275794" y="3523805"/>
            <a:ext cx="48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FD83D9-67FD-C22A-4175-4A0D6B9C2D60}"/>
              </a:ext>
            </a:extLst>
          </p:cNvPr>
          <p:cNvSpPr txBox="1"/>
          <p:nvPr/>
        </p:nvSpPr>
        <p:spPr>
          <a:xfrm>
            <a:off x="5472006" y="6260498"/>
            <a:ext cx="521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Y0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DE9321D-8779-97BB-4874-710C6273F1E5}"/>
              </a:ext>
            </a:extLst>
          </p:cNvPr>
          <p:cNvCxnSpPr/>
          <p:nvPr/>
        </p:nvCxnSpPr>
        <p:spPr>
          <a:xfrm>
            <a:off x="5714053" y="4188902"/>
            <a:ext cx="0" cy="698136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BE03167-C4D0-DD2F-042F-0C018DBE0BC0}"/>
              </a:ext>
            </a:extLst>
          </p:cNvPr>
          <p:cNvCxnSpPr>
            <a:cxnSpLocks/>
          </p:cNvCxnSpPr>
          <p:nvPr/>
        </p:nvCxnSpPr>
        <p:spPr>
          <a:xfrm flipH="1">
            <a:off x="5467902" y="4188902"/>
            <a:ext cx="246151" cy="433335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5AE411C-9C8F-E004-07FB-E5F8BB8997F3}"/>
              </a:ext>
            </a:extLst>
          </p:cNvPr>
          <p:cNvCxnSpPr>
            <a:cxnSpLocks/>
          </p:cNvCxnSpPr>
          <p:nvPr/>
        </p:nvCxnSpPr>
        <p:spPr>
          <a:xfrm flipV="1">
            <a:off x="5714053" y="4186258"/>
            <a:ext cx="566248" cy="896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E38CCF4-E6CD-B14C-2E58-42D2B8D26927}"/>
              </a:ext>
            </a:extLst>
          </p:cNvPr>
          <p:cNvCxnSpPr>
            <a:cxnSpLocks/>
          </p:cNvCxnSpPr>
          <p:nvPr/>
        </p:nvCxnSpPr>
        <p:spPr>
          <a:xfrm flipV="1">
            <a:off x="5714053" y="3585571"/>
            <a:ext cx="0" cy="60517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76DA5A6-6A8B-2398-F77E-258CE98BE69F}"/>
              </a:ext>
            </a:extLst>
          </p:cNvPr>
          <p:cNvSpPr txBox="1"/>
          <p:nvPr/>
        </p:nvSpPr>
        <p:spPr>
          <a:xfrm>
            <a:off x="5307749" y="4671490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YE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0D0526-4580-DC09-6DEF-E79222AE055D}"/>
              </a:ext>
            </a:extLst>
          </p:cNvPr>
          <p:cNvSpPr txBox="1"/>
          <p:nvPr/>
        </p:nvSpPr>
        <p:spPr>
          <a:xfrm>
            <a:off x="5685369" y="4599483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X3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587A24F-7F0E-C936-1B53-75B7ADF16997}"/>
              </a:ext>
            </a:extLst>
          </p:cNvPr>
          <p:cNvSpPr txBox="1"/>
          <p:nvPr/>
        </p:nvSpPr>
        <p:spPr>
          <a:xfrm>
            <a:off x="5442725" y="440061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Z3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A33FA8C-48B1-3CF5-AD20-760AAFBB50BF}"/>
              </a:ext>
            </a:extLst>
          </p:cNvPr>
          <p:cNvCxnSpPr>
            <a:cxnSpLocks/>
          </p:cNvCxnSpPr>
          <p:nvPr/>
        </p:nvCxnSpPr>
        <p:spPr>
          <a:xfrm flipH="1">
            <a:off x="5314562" y="4218864"/>
            <a:ext cx="399491" cy="62649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3A37145-3A7B-4517-8296-2DB803DA6BDD}"/>
              </a:ext>
            </a:extLst>
          </p:cNvPr>
          <p:cNvCxnSpPr/>
          <p:nvPr/>
        </p:nvCxnSpPr>
        <p:spPr>
          <a:xfrm>
            <a:off x="5714053" y="4180785"/>
            <a:ext cx="1046712" cy="8117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D9D3063-CEAA-D9E5-4B00-D95907E0D22C}"/>
              </a:ext>
            </a:extLst>
          </p:cNvPr>
          <p:cNvSpPr txBox="1"/>
          <p:nvPr/>
        </p:nvSpPr>
        <p:spPr>
          <a:xfrm>
            <a:off x="5897660" y="4124916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ZE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82E9D80-BF31-433F-99DC-D2D126D57689}"/>
              </a:ext>
            </a:extLst>
          </p:cNvPr>
          <p:cNvSpPr txBox="1"/>
          <p:nvPr/>
        </p:nvSpPr>
        <p:spPr>
          <a:xfrm>
            <a:off x="8077540" y="5016579"/>
            <a:ext cx="10630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La corde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8EFC22E-F3B9-02CD-BCCA-CB34DFE8704D}"/>
              </a:ext>
            </a:extLst>
          </p:cNvPr>
          <p:cNvCxnSpPr>
            <a:cxnSpLocks/>
          </p:cNvCxnSpPr>
          <p:nvPr/>
        </p:nvCxnSpPr>
        <p:spPr>
          <a:xfrm flipH="1" flipV="1">
            <a:off x="7692235" y="4985451"/>
            <a:ext cx="695667" cy="88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58B491B-05A0-3A41-D8C8-B57F00F83592}"/>
              </a:ext>
            </a:extLst>
          </p:cNvPr>
          <p:cNvCxnSpPr>
            <a:cxnSpLocks/>
          </p:cNvCxnSpPr>
          <p:nvPr/>
        </p:nvCxnSpPr>
        <p:spPr>
          <a:xfrm flipH="1" flipV="1">
            <a:off x="3340495" y="5334291"/>
            <a:ext cx="2426741" cy="377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8E8AE08-98DF-4BFB-B2CF-D1BF060A760B}"/>
              </a:ext>
            </a:extLst>
          </p:cNvPr>
          <p:cNvCxnSpPr>
            <a:cxnSpLocks/>
          </p:cNvCxnSpPr>
          <p:nvPr/>
        </p:nvCxnSpPr>
        <p:spPr>
          <a:xfrm flipH="1" flipV="1">
            <a:off x="3315685" y="1226935"/>
            <a:ext cx="24380" cy="413608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8035221-F047-73A7-E083-69842096BD02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315685" y="1218122"/>
            <a:ext cx="2023666" cy="881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57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279D-1728-0E3A-D3E1-5BDBD003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ylinder 93">
            <a:extLst>
              <a:ext uri="{FF2B5EF4-FFF2-40B4-BE49-F238E27FC236}">
                <a16:creationId xmlns:a16="http://schemas.microsoft.com/office/drawing/2014/main" id="{47BB0B9A-27B6-B432-AD8B-289B5E62FA34}"/>
              </a:ext>
            </a:extLst>
          </p:cNvPr>
          <p:cNvSpPr/>
          <p:nvPr/>
        </p:nvSpPr>
        <p:spPr>
          <a:xfrm rot="3153265">
            <a:off x="5580478" y="4170876"/>
            <a:ext cx="45730" cy="1924494"/>
          </a:xfrm>
          <a:prstGeom prst="can">
            <a:avLst>
              <a:gd name="adj" fmla="val 831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Arrow Connector 48">
            <a:extLst>
              <a:ext uri="{FF2B5EF4-FFF2-40B4-BE49-F238E27FC236}">
                <a16:creationId xmlns:a16="http://schemas.microsoft.com/office/drawing/2014/main" id="{05C4E3C9-DCDD-8F92-89FE-FE9E15D851B3}"/>
              </a:ext>
            </a:extLst>
          </p:cNvPr>
          <p:cNvCxnSpPr>
            <a:cxnSpLocks/>
          </p:cNvCxnSpPr>
          <p:nvPr/>
        </p:nvCxnSpPr>
        <p:spPr>
          <a:xfrm flipH="1">
            <a:off x="6608078" y="2162608"/>
            <a:ext cx="22712" cy="9210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Flowchart: Direct Access Storage 3">
            <a:extLst>
              <a:ext uri="{FF2B5EF4-FFF2-40B4-BE49-F238E27FC236}">
                <a16:creationId xmlns:a16="http://schemas.microsoft.com/office/drawing/2014/main" id="{13DA7EFB-B6FE-FE96-742D-ABC93A0023DF}"/>
              </a:ext>
            </a:extLst>
          </p:cNvPr>
          <p:cNvSpPr/>
          <p:nvPr/>
        </p:nvSpPr>
        <p:spPr>
          <a:xfrm rot="8979368">
            <a:off x="5892336" y="3803221"/>
            <a:ext cx="1250501" cy="270002"/>
          </a:xfrm>
          <a:prstGeom prst="flowChartMagneticDrum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Flowchart: Direct Access Storage 3">
            <a:extLst>
              <a:ext uri="{FF2B5EF4-FFF2-40B4-BE49-F238E27FC236}">
                <a16:creationId xmlns:a16="http://schemas.microsoft.com/office/drawing/2014/main" id="{4506E7F4-B16C-B522-CAD2-9CA50079C75C}"/>
              </a:ext>
            </a:extLst>
          </p:cNvPr>
          <p:cNvSpPr/>
          <p:nvPr/>
        </p:nvSpPr>
        <p:spPr>
          <a:xfrm rot="8979368">
            <a:off x="5965600" y="2059152"/>
            <a:ext cx="1250501" cy="270002"/>
          </a:xfrm>
          <a:prstGeom prst="flowChartMagneticDrum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2A6D483-C24C-A79D-B3CC-C34C3DA61A8A}"/>
              </a:ext>
            </a:extLst>
          </p:cNvPr>
          <p:cNvCxnSpPr>
            <a:cxnSpLocks/>
          </p:cNvCxnSpPr>
          <p:nvPr/>
        </p:nvCxnSpPr>
        <p:spPr>
          <a:xfrm flipV="1">
            <a:off x="4081268" y="2277092"/>
            <a:ext cx="0" cy="399670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549B90-B6EA-DAB6-AD67-A251BEE66848}"/>
              </a:ext>
            </a:extLst>
          </p:cNvPr>
          <p:cNvCxnSpPr>
            <a:cxnSpLocks/>
          </p:cNvCxnSpPr>
          <p:nvPr/>
        </p:nvCxnSpPr>
        <p:spPr>
          <a:xfrm flipV="1">
            <a:off x="7092352" y="1652392"/>
            <a:ext cx="417581" cy="2681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be 8">
            <a:extLst>
              <a:ext uri="{FF2B5EF4-FFF2-40B4-BE49-F238E27FC236}">
                <a16:creationId xmlns:a16="http://schemas.microsoft.com/office/drawing/2014/main" id="{0E0695BA-8F6D-371A-37FE-A241AD6B59BC}"/>
              </a:ext>
            </a:extLst>
          </p:cNvPr>
          <p:cNvSpPr/>
          <p:nvPr/>
        </p:nvSpPr>
        <p:spPr>
          <a:xfrm>
            <a:off x="3642378" y="1753993"/>
            <a:ext cx="1158174" cy="528916"/>
          </a:xfrm>
          <a:prstGeom prst="cub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729A2A-AC4A-8FA4-97F9-E07186CD2BCB}"/>
              </a:ext>
            </a:extLst>
          </p:cNvPr>
          <p:cNvCxnSpPr>
            <a:cxnSpLocks/>
          </p:cNvCxnSpPr>
          <p:nvPr/>
        </p:nvCxnSpPr>
        <p:spPr>
          <a:xfrm>
            <a:off x="3771072" y="6248026"/>
            <a:ext cx="645459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56CA6D-C33C-DFF6-7B7A-F2A985412636}"/>
              </a:ext>
            </a:extLst>
          </p:cNvPr>
          <p:cNvCxnSpPr>
            <a:cxnSpLocks/>
          </p:cNvCxnSpPr>
          <p:nvPr/>
        </p:nvCxnSpPr>
        <p:spPr>
          <a:xfrm>
            <a:off x="3859527" y="624802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541EF5-0F79-9847-5639-331F25D0AD04}"/>
              </a:ext>
            </a:extLst>
          </p:cNvPr>
          <p:cNvCxnSpPr>
            <a:cxnSpLocks/>
          </p:cNvCxnSpPr>
          <p:nvPr/>
        </p:nvCxnSpPr>
        <p:spPr>
          <a:xfrm>
            <a:off x="3958139" y="624802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A7535E-8A17-3019-A83A-07D3511C44F5}"/>
              </a:ext>
            </a:extLst>
          </p:cNvPr>
          <p:cNvCxnSpPr>
            <a:cxnSpLocks/>
          </p:cNvCxnSpPr>
          <p:nvPr/>
        </p:nvCxnSpPr>
        <p:spPr>
          <a:xfrm>
            <a:off x="4083645" y="624802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11D948-8E46-186F-FD27-C83189907CDB}"/>
              </a:ext>
            </a:extLst>
          </p:cNvPr>
          <p:cNvCxnSpPr>
            <a:cxnSpLocks/>
          </p:cNvCxnSpPr>
          <p:nvPr/>
        </p:nvCxnSpPr>
        <p:spPr>
          <a:xfrm>
            <a:off x="4313508" y="6239061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19EF4C-29A6-F637-5D5C-78015D76A0DB}"/>
              </a:ext>
            </a:extLst>
          </p:cNvPr>
          <p:cNvCxnSpPr>
            <a:cxnSpLocks/>
          </p:cNvCxnSpPr>
          <p:nvPr/>
        </p:nvCxnSpPr>
        <p:spPr>
          <a:xfrm>
            <a:off x="4170073" y="624802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E9240B-138D-3D1F-460F-3A565C58320F}"/>
              </a:ext>
            </a:extLst>
          </p:cNvPr>
          <p:cNvCxnSpPr>
            <a:cxnSpLocks/>
          </p:cNvCxnSpPr>
          <p:nvPr/>
        </p:nvCxnSpPr>
        <p:spPr>
          <a:xfrm>
            <a:off x="4413312" y="624802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4F6024C-0AD1-9F71-4083-7770B5B3FE38}"/>
              </a:ext>
            </a:extLst>
          </p:cNvPr>
          <p:cNvCxnSpPr>
            <a:cxnSpLocks/>
          </p:cNvCxnSpPr>
          <p:nvPr/>
        </p:nvCxnSpPr>
        <p:spPr>
          <a:xfrm>
            <a:off x="3771072" y="6248026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637A82-4D35-282F-AA9F-0D29D261668E}"/>
              </a:ext>
            </a:extLst>
          </p:cNvPr>
          <p:cNvCxnSpPr>
            <a:cxnSpLocks/>
          </p:cNvCxnSpPr>
          <p:nvPr/>
        </p:nvCxnSpPr>
        <p:spPr>
          <a:xfrm flipV="1">
            <a:off x="4081876" y="6234577"/>
            <a:ext cx="566248" cy="89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76CBA17-A455-DD4F-2E20-F377CD272F2B}"/>
              </a:ext>
            </a:extLst>
          </p:cNvPr>
          <p:cNvCxnSpPr>
            <a:cxnSpLocks/>
          </p:cNvCxnSpPr>
          <p:nvPr/>
        </p:nvCxnSpPr>
        <p:spPr>
          <a:xfrm>
            <a:off x="2891067" y="2083211"/>
            <a:ext cx="73550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51E478-3D75-3926-269C-482754D5D5EA}"/>
              </a:ext>
            </a:extLst>
          </p:cNvPr>
          <p:cNvCxnSpPr>
            <a:cxnSpLocks/>
          </p:cNvCxnSpPr>
          <p:nvPr/>
        </p:nvCxnSpPr>
        <p:spPr>
          <a:xfrm flipV="1">
            <a:off x="4081876" y="5633890"/>
            <a:ext cx="0" cy="60517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2BF716-BFC6-DE15-D391-CBF43AE7F138}"/>
              </a:ext>
            </a:extLst>
          </p:cNvPr>
          <p:cNvCxnSpPr>
            <a:cxnSpLocks/>
          </p:cNvCxnSpPr>
          <p:nvPr/>
        </p:nvCxnSpPr>
        <p:spPr>
          <a:xfrm flipH="1">
            <a:off x="4714502" y="1729281"/>
            <a:ext cx="111138" cy="52891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A53E26D-9826-B908-E4D2-668CFA7FA47F}"/>
              </a:ext>
            </a:extLst>
          </p:cNvPr>
          <p:cNvCxnSpPr>
            <a:cxnSpLocks/>
          </p:cNvCxnSpPr>
          <p:nvPr/>
        </p:nvCxnSpPr>
        <p:spPr>
          <a:xfrm>
            <a:off x="4683016" y="1886956"/>
            <a:ext cx="142624" cy="25183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3D668BC-8E6F-308C-058F-4D04CD306076}"/>
              </a:ext>
            </a:extLst>
          </p:cNvPr>
          <p:cNvCxnSpPr>
            <a:cxnSpLocks/>
          </p:cNvCxnSpPr>
          <p:nvPr/>
        </p:nvCxnSpPr>
        <p:spPr>
          <a:xfrm flipH="1">
            <a:off x="4914340" y="1995958"/>
            <a:ext cx="1344244" cy="686175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D5FEDA6-398A-1D2B-AB31-BFD7B2E6A074}"/>
              </a:ext>
            </a:extLst>
          </p:cNvPr>
          <p:cNvCxnSpPr>
            <a:cxnSpLocks/>
          </p:cNvCxnSpPr>
          <p:nvPr/>
        </p:nvCxnSpPr>
        <p:spPr>
          <a:xfrm flipV="1">
            <a:off x="5754980" y="2394601"/>
            <a:ext cx="445581" cy="298258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3C677A2-36AA-9544-C7E6-660FEBBF84FC}"/>
              </a:ext>
            </a:extLst>
          </p:cNvPr>
          <p:cNvCxnSpPr>
            <a:cxnSpLocks/>
          </p:cNvCxnSpPr>
          <p:nvPr/>
        </p:nvCxnSpPr>
        <p:spPr>
          <a:xfrm>
            <a:off x="6600670" y="2334507"/>
            <a:ext cx="14400" cy="9755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9F7550-B898-36DE-3806-843BDD3B44F1}"/>
              </a:ext>
            </a:extLst>
          </p:cNvPr>
          <p:cNvCxnSpPr>
            <a:cxnSpLocks/>
          </p:cNvCxnSpPr>
          <p:nvPr/>
        </p:nvCxnSpPr>
        <p:spPr>
          <a:xfrm>
            <a:off x="7182034" y="1610852"/>
            <a:ext cx="36154" cy="45566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1B2AB4-175D-75A7-37F6-53CE222D2077}"/>
              </a:ext>
            </a:extLst>
          </p:cNvPr>
          <p:cNvCxnSpPr>
            <a:cxnSpLocks/>
          </p:cNvCxnSpPr>
          <p:nvPr/>
        </p:nvCxnSpPr>
        <p:spPr>
          <a:xfrm flipH="1">
            <a:off x="3700450" y="6239061"/>
            <a:ext cx="382218" cy="3734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EC77903-BBE0-8849-FA92-83010D15F54F}"/>
              </a:ext>
            </a:extLst>
          </p:cNvPr>
          <p:cNvSpPr txBox="1"/>
          <p:nvPr/>
        </p:nvSpPr>
        <p:spPr>
          <a:xfrm>
            <a:off x="4060475" y="5582669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X0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CA78F1-4846-381C-CDE3-2CB14C5CCE18}"/>
              </a:ext>
            </a:extLst>
          </p:cNvPr>
          <p:cNvSpPr txBox="1"/>
          <p:nvPr/>
        </p:nvSpPr>
        <p:spPr>
          <a:xfrm>
            <a:off x="4223552" y="5971026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Z0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939D0E0-8B4B-D4BA-90D3-5DC43B682207}"/>
              </a:ext>
            </a:extLst>
          </p:cNvPr>
          <p:cNvCxnSpPr>
            <a:cxnSpLocks/>
          </p:cNvCxnSpPr>
          <p:nvPr/>
        </p:nvCxnSpPr>
        <p:spPr>
          <a:xfrm flipH="1">
            <a:off x="2559478" y="2077893"/>
            <a:ext cx="342412" cy="560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9984069-9385-D369-162E-F2FC338475DD}"/>
              </a:ext>
            </a:extLst>
          </p:cNvPr>
          <p:cNvCxnSpPr>
            <a:cxnSpLocks/>
          </p:cNvCxnSpPr>
          <p:nvPr/>
        </p:nvCxnSpPr>
        <p:spPr>
          <a:xfrm flipH="1">
            <a:off x="2557506" y="6273800"/>
            <a:ext cx="161256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68DC9D4-8B43-35DC-E58C-DDF2E6A8B625}"/>
              </a:ext>
            </a:extLst>
          </p:cNvPr>
          <p:cNvSpPr txBox="1"/>
          <p:nvPr/>
        </p:nvSpPr>
        <p:spPr>
          <a:xfrm>
            <a:off x="2557506" y="3276589"/>
            <a:ext cx="54497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17E3E65-18E4-5252-4F11-86878BDC6A5D}"/>
              </a:ext>
            </a:extLst>
          </p:cNvPr>
          <p:cNvCxnSpPr>
            <a:cxnSpLocks/>
          </p:cNvCxnSpPr>
          <p:nvPr/>
        </p:nvCxnSpPr>
        <p:spPr>
          <a:xfrm flipV="1">
            <a:off x="6627152" y="1085998"/>
            <a:ext cx="27793" cy="106942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CF20DBB-63B3-4905-CA64-47F228E45D6B}"/>
              </a:ext>
            </a:extLst>
          </p:cNvPr>
          <p:cNvSpPr txBox="1"/>
          <p:nvPr/>
        </p:nvSpPr>
        <p:spPr>
          <a:xfrm>
            <a:off x="5348507" y="878434"/>
            <a:ext cx="5277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135152C-BA6C-AE70-E037-848622C6A89A}"/>
              </a:ext>
            </a:extLst>
          </p:cNvPr>
          <p:cNvCxnSpPr>
            <a:cxnSpLocks/>
          </p:cNvCxnSpPr>
          <p:nvPr/>
        </p:nvCxnSpPr>
        <p:spPr>
          <a:xfrm>
            <a:off x="2846661" y="2092176"/>
            <a:ext cx="44406" cy="41816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2F1F5B9-199A-7441-B690-1681BA7B7E65}"/>
              </a:ext>
            </a:extLst>
          </p:cNvPr>
          <p:cNvCxnSpPr>
            <a:cxnSpLocks/>
          </p:cNvCxnSpPr>
          <p:nvPr/>
        </p:nvCxnSpPr>
        <p:spPr>
          <a:xfrm>
            <a:off x="4116033" y="1164148"/>
            <a:ext cx="2504388" cy="297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AF8C6C8-988B-2EB6-3DC3-4980D8087FEB}"/>
              </a:ext>
            </a:extLst>
          </p:cNvPr>
          <p:cNvSpPr txBox="1"/>
          <p:nvPr/>
        </p:nvSpPr>
        <p:spPr>
          <a:xfrm>
            <a:off x="3903708" y="642726"/>
            <a:ext cx="49007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F0"/>
                </a:solidFill>
              </a:rPr>
              <a:t>d1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579F48-7783-CD65-A72D-C866D93F409A}"/>
              </a:ext>
            </a:extLst>
          </p:cNvPr>
          <p:cNvSpPr txBox="1"/>
          <p:nvPr/>
        </p:nvSpPr>
        <p:spPr>
          <a:xfrm>
            <a:off x="6197862" y="1910006"/>
            <a:ext cx="38482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rgbClr val="FF0000"/>
                </a:solidFill>
              </a:rPr>
              <a:t>θ</a:t>
            </a:r>
            <a:r>
              <a:rPr lang="en-US" sz="1200" dirty="0">
                <a:solidFill>
                  <a:srgbClr val="FF0000"/>
                </a:solidFill>
              </a:rPr>
              <a:t>2</a:t>
            </a:r>
            <a:r>
              <a:rPr lang="el-GR" sz="1200" dirty="0">
                <a:solidFill>
                  <a:srgbClr val="FF0000"/>
                </a:solidFill>
              </a:rPr>
              <a:t> 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5A7BBCA-A6E6-46CE-CC45-DA276C9E0ABC}"/>
              </a:ext>
            </a:extLst>
          </p:cNvPr>
          <p:cNvCxnSpPr>
            <a:cxnSpLocks/>
          </p:cNvCxnSpPr>
          <p:nvPr/>
        </p:nvCxnSpPr>
        <p:spPr>
          <a:xfrm flipH="1" flipV="1">
            <a:off x="6538599" y="4008274"/>
            <a:ext cx="11858" cy="123651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B9EF080-2F7E-DBE2-1FDB-F4BAD7CA4B23}"/>
              </a:ext>
            </a:extLst>
          </p:cNvPr>
          <p:cNvCxnSpPr>
            <a:cxnSpLocks/>
          </p:cNvCxnSpPr>
          <p:nvPr/>
        </p:nvCxnSpPr>
        <p:spPr>
          <a:xfrm flipH="1">
            <a:off x="6612431" y="2149452"/>
            <a:ext cx="22712" cy="921067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EA85B31-42A5-F933-B395-65D1A4748EC3}"/>
              </a:ext>
            </a:extLst>
          </p:cNvPr>
          <p:cNvSpPr txBox="1"/>
          <p:nvPr/>
        </p:nvSpPr>
        <p:spPr>
          <a:xfrm>
            <a:off x="6572971" y="2610278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X1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DEC34CE-19EC-CD7A-3E9D-42F99E390DDA}"/>
              </a:ext>
            </a:extLst>
          </p:cNvPr>
          <p:cNvSpPr txBox="1"/>
          <p:nvPr/>
        </p:nvSpPr>
        <p:spPr>
          <a:xfrm>
            <a:off x="7114799" y="2172360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Z1</a:t>
            </a:r>
          </a:p>
        </p:txBody>
      </p:sp>
      <p:sp>
        <p:nvSpPr>
          <p:cNvPr id="60" name="Arrow: Curved Up 59">
            <a:extLst>
              <a:ext uri="{FF2B5EF4-FFF2-40B4-BE49-F238E27FC236}">
                <a16:creationId xmlns:a16="http://schemas.microsoft.com/office/drawing/2014/main" id="{0B714761-5252-816A-38D1-94AAC8123CD2}"/>
              </a:ext>
            </a:extLst>
          </p:cNvPr>
          <p:cNvSpPr/>
          <p:nvPr/>
        </p:nvSpPr>
        <p:spPr>
          <a:xfrm rot="15995090">
            <a:off x="6137486" y="2309709"/>
            <a:ext cx="525960" cy="116000"/>
          </a:xfrm>
          <a:prstGeom prst="curvedUpArrow">
            <a:avLst>
              <a:gd name="adj1" fmla="val 25000"/>
              <a:gd name="adj2" fmla="val 50000"/>
              <a:gd name="adj3" fmla="val 1333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039B75-8B5C-F139-F98B-1D53BD8ED8C0}"/>
              </a:ext>
            </a:extLst>
          </p:cNvPr>
          <p:cNvSpPr txBox="1"/>
          <p:nvPr/>
        </p:nvSpPr>
        <p:spPr>
          <a:xfrm>
            <a:off x="6600670" y="2849909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X2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F12EFE-2833-5F5B-31BA-6CB7A1175E14}"/>
              </a:ext>
            </a:extLst>
          </p:cNvPr>
          <p:cNvSpPr txBox="1"/>
          <p:nvPr/>
        </p:nvSpPr>
        <p:spPr>
          <a:xfrm>
            <a:off x="6103118" y="255565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Z2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498BCB2-79B0-5AC9-0D09-FD2CED2AC7F0}"/>
              </a:ext>
            </a:extLst>
          </p:cNvPr>
          <p:cNvSpPr txBox="1"/>
          <p:nvPr/>
        </p:nvSpPr>
        <p:spPr>
          <a:xfrm>
            <a:off x="7205380" y="1886581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Y2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CF9E0A-71C1-DF16-5CD1-B2D0DF325602}"/>
              </a:ext>
            </a:extLst>
          </p:cNvPr>
          <p:cNvCxnSpPr>
            <a:cxnSpLocks/>
          </p:cNvCxnSpPr>
          <p:nvPr/>
        </p:nvCxnSpPr>
        <p:spPr>
          <a:xfrm flipH="1" flipV="1">
            <a:off x="4116033" y="878434"/>
            <a:ext cx="1031" cy="121374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2D1E1C4-E3CA-F9EC-6011-933BBA569B75}"/>
              </a:ext>
            </a:extLst>
          </p:cNvPr>
          <p:cNvCxnSpPr/>
          <p:nvPr/>
        </p:nvCxnSpPr>
        <p:spPr>
          <a:xfrm>
            <a:off x="6674523" y="2173110"/>
            <a:ext cx="176325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68C67A0-28CE-7394-F4A1-A2569C2091BA}"/>
              </a:ext>
            </a:extLst>
          </p:cNvPr>
          <p:cNvCxnSpPr>
            <a:cxnSpLocks/>
          </p:cNvCxnSpPr>
          <p:nvPr/>
        </p:nvCxnSpPr>
        <p:spPr>
          <a:xfrm>
            <a:off x="6674523" y="3948698"/>
            <a:ext cx="179130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BEEEC8B0-0787-DE02-B582-322D91ED6DB8}"/>
              </a:ext>
            </a:extLst>
          </p:cNvPr>
          <p:cNvCxnSpPr>
            <a:cxnSpLocks/>
          </p:cNvCxnSpPr>
          <p:nvPr/>
        </p:nvCxnSpPr>
        <p:spPr>
          <a:xfrm>
            <a:off x="6526932" y="5206359"/>
            <a:ext cx="2111097" cy="3474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F9532C2-D8FD-85B7-FE03-A11F4457CE51}"/>
              </a:ext>
            </a:extLst>
          </p:cNvPr>
          <p:cNvCxnSpPr>
            <a:cxnSpLocks/>
          </p:cNvCxnSpPr>
          <p:nvPr/>
        </p:nvCxnSpPr>
        <p:spPr>
          <a:xfrm flipH="1">
            <a:off x="8432302" y="1950839"/>
            <a:ext cx="17409" cy="202212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A949166-9554-AA1A-6314-1E59F9014529}"/>
              </a:ext>
            </a:extLst>
          </p:cNvPr>
          <p:cNvCxnSpPr>
            <a:cxnSpLocks/>
          </p:cNvCxnSpPr>
          <p:nvPr/>
        </p:nvCxnSpPr>
        <p:spPr>
          <a:xfrm>
            <a:off x="8437777" y="4008274"/>
            <a:ext cx="0" cy="12328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F8CD322A-074A-F288-C698-B6C237EEB9BC}"/>
              </a:ext>
            </a:extLst>
          </p:cNvPr>
          <p:cNvSpPr txBox="1"/>
          <p:nvPr/>
        </p:nvSpPr>
        <p:spPr>
          <a:xfrm>
            <a:off x="8398000" y="2720238"/>
            <a:ext cx="480059" cy="368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448CAA2-E92E-B9FD-FA8B-13126B4F01FA}"/>
              </a:ext>
            </a:extLst>
          </p:cNvPr>
          <p:cNvSpPr txBox="1"/>
          <p:nvPr/>
        </p:nvSpPr>
        <p:spPr>
          <a:xfrm>
            <a:off x="8398000" y="4338898"/>
            <a:ext cx="48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A7817AF-2413-B1A0-60DF-0024D42AD3A9}"/>
              </a:ext>
            </a:extLst>
          </p:cNvPr>
          <p:cNvSpPr txBox="1"/>
          <p:nvPr/>
        </p:nvSpPr>
        <p:spPr>
          <a:xfrm>
            <a:off x="3957423" y="6538574"/>
            <a:ext cx="521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Y0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6D69BAC8-4DA9-6B4B-7122-C2F0180AC10C}"/>
              </a:ext>
            </a:extLst>
          </p:cNvPr>
          <p:cNvCxnSpPr>
            <a:cxnSpLocks/>
          </p:cNvCxnSpPr>
          <p:nvPr/>
        </p:nvCxnSpPr>
        <p:spPr>
          <a:xfrm flipV="1">
            <a:off x="4896014" y="2686752"/>
            <a:ext cx="866799" cy="141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C63637-25DC-C367-FC33-F93569DAFA0F}"/>
              </a:ext>
            </a:extLst>
          </p:cNvPr>
          <p:cNvCxnSpPr>
            <a:cxnSpLocks/>
          </p:cNvCxnSpPr>
          <p:nvPr/>
        </p:nvCxnSpPr>
        <p:spPr>
          <a:xfrm flipV="1">
            <a:off x="4761276" y="1995958"/>
            <a:ext cx="1482362" cy="2153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Connecteur droit 237">
            <a:extLst>
              <a:ext uri="{FF2B5EF4-FFF2-40B4-BE49-F238E27FC236}">
                <a16:creationId xmlns:a16="http://schemas.microsoft.com/office/drawing/2014/main" id="{54387B5E-A1D3-4789-7FC5-751683E6EA79}"/>
              </a:ext>
            </a:extLst>
          </p:cNvPr>
          <p:cNvCxnSpPr>
            <a:cxnSpLocks/>
            <a:stCxn id="227" idx="1"/>
          </p:cNvCxnSpPr>
          <p:nvPr/>
        </p:nvCxnSpPr>
        <p:spPr>
          <a:xfrm flipV="1">
            <a:off x="7057183" y="3409494"/>
            <a:ext cx="290148" cy="21285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242">
            <a:extLst>
              <a:ext uri="{FF2B5EF4-FFF2-40B4-BE49-F238E27FC236}">
                <a16:creationId xmlns:a16="http://schemas.microsoft.com/office/drawing/2014/main" id="{65A1E8F7-B0FE-5BCB-D86F-7283F1ABD229}"/>
              </a:ext>
            </a:extLst>
          </p:cNvPr>
          <p:cNvCxnSpPr>
            <a:cxnSpLocks/>
          </p:cNvCxnSpPr>
          <p:nvPr/>
        </p:nvCxnSpPr>
        <p:spPr>
          <a:xfrm flipH="1" flipV="1">
            <a:off x="7327566" y="2864396"/>
            <a:ext cx="19765" cy="56299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27">
            <a:extLst>
              <a:ext uri="{FF2B5EF4-FFF2-40B4-BE49-F238E27FC236}">
                <a16:creationId xmlns:a16="http://schemas.microsoft.com/office/drawing/2014/main" id="{DCA8EA74-212D-73AD-655E-5BADE59B47F1}"/>
              </a:ext>
            </a:extLst>
          </p:cNvPr>
          <p:cNvCxnSpPr>
            <a:cxnSpLocks/>
          </p:cNvCxnSpPr>
          <p:nvPr/>
        </p:nvCxnSpPr>
        <p:spPr>
          <a:xfrm>
            <a:off x="6092088" y="2213349"/>
            <a:ext cx="36154" cy="45566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26">
            <a:extLst>
              <a:ext uri="{FF2B5EF4-FFF2-40B4-BE49-F238E27FC236}">
                <a16:creationId xmlns:a16="http://schemas.microsoft.com/office/drawing/2014/main" id="{4B3AD6EB-E059-35AD-D5D6-D93D1327C107}"/>
              </a:ext>
            </a:extLst>
          </p:cNvPr>
          <p:cNvCxnSpPr>
            <a:cxnSpLocks/>
          </p:cNvCxnSpPr>
          <p:nvPr/>
        </p:nvCxnSpPr>
        <p:spPr>
          <a:xfrm flipH="1">
            <a:off x="6612431" y="2856502"/>
            <a:ext cx="722966" cy="45618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97A05FE0-AAFF-5456-A18B-20706306C5B2}"/>
              </a:ext>
            </a:extLst>
          </p:cNvPr>
          <p:cNvCxnSpPr>
            <a:cxnSpLocks/>
          </p:cNvCxnSpPr>
          <p:nvPr/>
        </p:nvCxnSpPr>
        <p:spPr>
          <a:xfrm flipV="1">
            <a:off x="5785493" y="4158424"/>
            <a:ext cx="360577" cy="19610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617DA1FD-04F2-0C59-A921-AAAF8E9AB8E6}"/>
              </a:ext>
            </a:extLst>
          </p:cNvPr>
          <p:cNvCxnSpPr>
            <a:cxnSpLocks/>
          </p:cNvCxnSpPr>
          <p:nvPr/>
        </p:nvCxnSpPr>
        <p:spPr>
          <a:xfrm flipH="1" flipV="1">
            <a:off x="6051070" y="3957160"/>
            <a:ext cx="34521" cy="45744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159DB9EA-C9EB-7954-E869-54A664D84039}"/>
              </a:ext>
            </a:extLst>
          </p:cNvPr>
          <p:cNvCxnSpPr>
            <a:cxnSpLocks/>
          </p:cNvCxnSpPr>
          <p:nvPr/>
        </p:nvCxnSpPr>
        <p:spPr>
          <a:xfrm flipH="1" flipV="1">
            <a:off x="7096570" y="3400367"/>
            <a:ext cx="35238" cy="3663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20">
            <a:extLst>
              <a:ext uri="{FF2B5EF4-FFF2-40B4-BE49-F238E27FC236}">
                <a16:creationId xmlns:a16="http://schemas.microsoft.com/office/drawing/2014/main" id="{98BA875F-6255-DB89-32EC-778BD8F354BE}"/>
              </a:ext>
            </a:extLst>
          </p:cNvPr>
          <p:cNvCxnSpPr>
            <a:cxnSpLocks/>
          </p:cNvCxnSpPr>
          <p:nvPr/>
        </p:nvCxnSpPr>
        <p:spPr>
          <a:xfrm flipH="1" flipV="1">
            <a:off x="6545884" y="4794250"/>
            <a:ext cx="9527" cy="450534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8">
            <a:extLst>
              <a:ext uri="{FF2B5EF4-FFF2-40B4-BE49-F238E27FC236}">
                <a16:creationId xmlns:a16="http://schemas.microsoft.com/office/drawing/2014/main" id="{B936122F-3534-949B-972E-5E0873567C84}"/>
              </a:ext>
            </a:extLst>
          </p:cNvPr>
          <p:cNvCxnSpPr>
            <a:cxnSpLocks/>
          </p:cNvCxnSpPr>
          <p:nvPr/>
        </p:nvCxnSpPr>
        <p:spPr>
          <a:xfrm>
            <a:off x="6556859" y="5227461"/>
            <a:ext cx="451220" cy="0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28">
            <a:extLst>
              <a:ext uri="{FF2B5EF4-FFF2-40B4-BE49-F238E27FC236}">
                <a16:creationId xmlns:a16="http://schemas.microsoft.com/office/drawing/2014/main" id="{23E520D5-B57B-7E2C-F88C-B3A993BB1601}"/>
              </a:ext>
            </a:extLst>
          </p:cNvPr>
          <p:cNvCxnSpPr>
            <a:cxnSpLocks/>
          </p:cNvCxnSpPr>
          <p:nvPr/>
        </p:nvCxnSpPr>
        <p:spPr>
          <a:xfrm flipH="1">
            <a:off x="6200561" y="5209981"/>
            <a:ext cx="356022" cy="284886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49">
            <a:extLst>
              <a:ext uri="{FF2B5EF4-FFF2-40B4-BE49-F238E27FC236}">
                <a16:creationId xmlns:a16="http://schemas.microsoft.com/office/drawing/2014/main" id="{DED5A200-6656-8874-18ED-09683767AF53}"/>
              </a:ext>
            </a:extLst>
          </p:cNvPr>
          <p:cNvCxnSpPr>
            <a:cxnSpLocks/>
          </p:cNvCxnSpPr>
          <p:nvPr/>
        </p:nvCxnSpPr>
        <p:spPr>
          <a:xfrm flipV="1">
            <a:off x="6607995" y="2160101"/>
            <a:ext cx="803063" cy="1192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29">
            <a:extLst>
              <a:ext uri="{FF2B5EF4-FFF2-40B4-BE49-F238E27FC236}">
                <a16:creationId xmlns:a16="http://schemas.microsoft.com/office/drawing/2014/main" id="{E2AEBF7F-2C2C-8C15-501B-3CB1B52832F2}"/>
              </a:ext>
            </a:extLst>
          </p:cNvPr>
          <p:cNvCxnSpPr>
            <a:cxnSpLocks/>
            <a:endCxn id="247" idx="4"/>
          </p:cNvCxnSpPr>
          <p:nvPr/>
        </p:nvCxnSpPr>
        <p:spPr>
          <a:xfrm flipH="1">
            <a:off x="6051254" y="2177638"/>
            <a:ext cx="561412" cy="33238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29">
            <a:extLst>
              <a:ext uri="{FF2B5EF4-FFF2-40B4-BE49-F238E27FC236}">
                <a16:creationId xmlns:a16="http://schemas.microsoft.com/office/drawing/2014/main" id="{36F72D6B-3FD6-F854-8D78-833EC3B5CD9D}"/>
              </a:ext>
            </a:extLst>
          </p:cNvPr>
          <p:cNvCxnSpPr>
            <a:cxnSpLocks/>
          </p:cNvCxnSpPr>
          <p:nvPr/>
        </p:nvCxnSpPr>
        <p:spPr>
          <a:xfrm flipV="1">
            <a:off x="6568037" y="1527989"/>
            <a:ext cx="1129600" cy="66616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TextBox 74">
            <a:extLst>
              <a:ext uri="{FF2B5EF4-FFF2-40B4-BE49-F238E27FC236}">
                <a16:creationId xmlns:a16="http://schemas.microsoft.com/office/drawing/2014/main" id="{DA091366-6DDE-FDE8-BEC3-293367CDEC0D}"/>
              </a:ext>
            </a:extLst>
          </p:cNvPr>
          <p:cNvSpPr txBox="1"/>
          <p:nvPr/>
        </p:nvSpPr>
        <p:spPr>
          <a:xfrm>
            <a:off x="6512474" y="4327387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X3</a:t>
            </a:r>
          </a:p>
        </p:txBody>
      </p:sp>
      <p:cxnSp>
        <p:nvCxnSpPr>
          <p:cNvPr id="199" name="Straight Arrow Connector 49">
            <a:extLst>
              <a:ext uri="{FF2B5EF4-FFF2-40B4-BE49-F238E27FC236}">
                <a16:creationId xmlns:a16="http://schemas.microsoft.com/office/drawing/2014/main" id="{5CB64F5E-FC72-BA84-8525-71F5AF221B53}"/>
              </a:ext>
            </a:extLst>
          </p:cNvPr>
          <p:cNvCxnSpPr>
            <a:cxnSpLocks/>
            <a:endCxn id="210" idx="0"/>
          </p:cNvCxnSpPr>
          <p:nvPr/>
        </p:nvCxnSpPr>
        <p:spPr>
          <a:xfrm flipV="1">
            <a:off x="6564769" y="3948698"/>
            <a:ext cx="675825" cy="504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29">
            <a:extLst>
              <a:ext uri="{FF2B5EF4-FFF2-40B4-BE49-F238E27FC236}">
                <a16:creationId xmlns:a16="http://schemas.microsoft.com/office/drawing/2014/main" id="{E66A1607-AB23-8D29-D2E1-0A238F8630CE}"/>
              </a:ext>
            </a:extLst>
          </p:cNvPr>
          <p:cNvCxnSpPr>
            <a:cxnSpLocks/>
          </p:cNvCxnSpPr>
          <p:nvPr/>
        </p:nvCxnSpPr>
        <p:spPr>
          <a:xfrm flipH="1">
            <a:off x="6011554" y="3935915"/>
            <a:ext cx="561412" cy="33238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Straight Arrow Connector 48">
            <a:extLst>
              <a:ext uri="{FF2B5EF4-FFF2-40B4-BE49-F238E27FC236}">
                <a16:creationId xmlns:a16="http://schemas.microsoft.com/office/drawing/2014/main" id="{1B47D06A-0F15-EB9F-9B60-0BF3EA156336}"/>
              </a:ext>
            </a:extLst>
          </p:cNvPr>
          <p:cNvCxnSpPr>
            <a:cxnSpLocks/>
          </p:cNvCxnSpPr>
          <p:nvPr/>
        </p:nvCxnSpPr>
        <p:spPr>
          <a:xfrm>
            <a:off x="6565849" y="3919493"/>
            <a:ext cx="7117" cy="77950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ZoneTexte 209">
            <a:extLst>
              <a:ext uri="{FF2B5EF4-FFF2-40B4-BE49-F238E27FC236}">
                <a16:creationId xmlns:a16="http://schemas.microsoft.com/office/drawing/2014/main" id="{8232EF02-D5ED-0AC5-E1B2-1410E6A0AE31}"/>
              </a:ext>
            </a:extLst>
          </p:cNvPr>
          <p:cNvSpPr txBox="1"/>
          <p:nvPr/>
        </p:nvSpPr>
        <p:spPr>
          <a:xfrm>
            <a:off x="7033050" y="3948698"/>
            <a:ext cx="415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00B050"/>
                </a:solidFill>
              </a:rPr>
              <a:t>Y3</a:t>
            </a:r>
            <a:endParaRPr lang="fr-CM" sz="1400" dirty="0">
              <a:solidFill>
                <a:srgbClr val="00B050"/>
              </a:solidFill>
            </a:endParaRPr>
          </a:p>
        </p:txBody>
      </p:sp>
      <p:sp>
        <p:nvSpPr>
          <p:cNvPr id="211" name="TextBox 74">
            <a:extLst>
              <a:ext uri="{FF2B5EF4-FFF2-40B4-BE49-F238E27FC236}">
                <a16:creationId xmlns:a16="http://schemas.microsoft.com/office/drawing/2014/main" id="{A8B1D90A-5D12-6B5A-AC2B-FAF6E8607EF3}"/>
              </a:ext>
            </a:extLst>
          </p:cNvPr>
          <p:cNvSpPr txBox="1"/>
          <p:nvPr/>
        </p:nvSpPr>
        <p:spPr>
          <a:xfrm>
            <a:off x="6020866" y="423619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Z3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7AB7F1E-8D29-B873-A888-6DFE29973098}"/>
              </a:ext>
            </a:extLst>
          </p:cNvPr>
          <p:cNvCxnSpPr>
            <a:cxnSpLocks/>
          </p:cNvCxnSpPr>
          <p:nvPr/>
        </p:nvCxnSpPr>
        <p:spPr>
          <a:xfrm flipV="1">
            <a:off x="6605633" y="2156497"/>
            <a:ext cx="803063" cy="11924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3D5092-8321-8A53-35A3-1CD3E110733C}"/>
              </a:ext>
            </a:extLst>
          </p:cNvPr>
          <p:cNvSpPr txBox="1"/>
          <p:nvPr/>
        </p:nvSpPr>
        <p:spPr>
          <a:xfrm>
            <a:off x="7380372" y="1359947"/>
            <a:ext cx="46313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Y1</a:t>
            </a:r>
          </a:p>
        </p:txBody>
      </p:sp>
      <p:sp>
        <p:nvSpPr>
          <p:cNvPr id="272" name="ZoneTexte 271">
            <a:extLst>
              <a:ext uri="{FF2B5EF4-FFF2-40B4-BE49-F238E27FC236}">
                <a16:creationId xmlns:a16="http://schemas.microsoft.com/office/drawing/2014/main" id="{F8241DB2-0231-E05C-54E0-2471B7FEE694}"/>
              </a:ext>
            </a:extLst>
          </p:cNvPr>
          <p:cNvSpPr txBox="1"/>
          <p:nvPr/>
        </p:nvSpPr>
        <p:spPr>
          <a:xfrm>
            <a:off x="6488126" y="4836243"/>
            <a:ext cx="415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2">
                    <a:lumMod val="50000"/>
                  </a:schemeClr>
                </a:solidFill>
              </a:rPr>
              <a:t>XE</a:t>
            </a:r>
            <a:endParaRPr lang="fr-CM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3" name="ZoneTexte 272">
            <a:extLst>
              <a:ext uri="{FF2B5EF4-FFF2-40B4-BE49-F238E27FC236}">
                <a16:creationId xmlns:a16="http://schemas.microsoft.com/office/drawing/2014/main" id="{A9E12DF1-25C9-5EA4-3D8F-94F16ED20339}"/>
              </a:ext>
            </a:extLst>
          </p:cNvPr>
          <p:cNvSpPr txBox="1"/>
          <p:nvPr/>
        </p:nvSpPr>
        <p:spPr>
          <a:xfrm>
            <a:off x="6340680" y="5330615"/>
            <a:ext cx="415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2">
                    <a:lumMod val="50000"/>
                  </a:schemeClr>
                </a:solidFill>
              </a:rPr>
              <a:t>YE</a:t>
            </a:r>
            <a:endParaRPr lang="fr-CM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4" name="ZoneTexte 273">
            <a:extLst>
              <a:ext uri="{FF2B5EF4-FFF2-40B4-BE49-F238E27FC236}">
                <a16:creationId xmlns:a16="http://schemas.microsoft.com/office/drawing/2014/main" id="{CDCAF23D-792D-B133-FA57-9FF928309D9A}"/>
              </a:ext>
            </a:extLst>
          </p:cNvPr>
          <p:cNvSpPr txBox="1"/>
          <p:nvPr/>
        </p:nvSpPr>
        <p:spPr>
          <a:xfrm>
            <a:off x="6654024" y="5185855"/>
            <a:ext cx="415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chemeClr val="accent2">
                    <a:lumMod val="50000"/>
                  </a:schemeClr>
                </a:solidFill>
              </a:rPr>
              <a:t>ZE</a:t>
            </a:r>
            <a:endParaRPr lang="fr-CM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80" name="ZoneTexte 279">
            <a:extLst>
              <a:ext uri="{FF2B5EF4-FFF2-40B4-BE49-F238E27FC236}">
                <a16:creationId xmlns:a16="http://schemas.microsoft.com/office/drawing/2014/main" id="{136DF3BE-BAB5-7EC8-F202-39AB901C13A3}"/>
              </a:ext>
            </a:extLst>
          </p:cNvPr>
          <p:cNvSpPr txBox="1"/>
          <p:nvPr/>
        </p:nvSpPr>
        <p:spPr>
          <a:xfrm>
            <a:off x="5259874" y="6139396"/>
            <a:ext cx="1114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CORDE</a:t>
            </a:r>
            <a:endParaRPr lang="fr-CM" sz="1200" dirty="0"/>
          </a:p>
        </p:txBody>
      </p:sp>
      <p:cxnSp>
        <p:nvCxnSpPr>
          <p:cNvPr id="282" name="Connecteur droit avec flèche 281">
            <a:extLst>
              <a:ext uri="{FF2B5EF4-FFF2-40B4-BE49-F238E27FC236}">
                <a16:creationId xmlns:a16="http://schemas.microsoft.com/office/drawing/2014/main" id="{FF4BF53C-208E-AC74-6F29-3620366B8025}"/>
              </a:ext>
            </a:extLst>
          </p:cNvPr>
          <p:cNvCxnSpPr/>
          <p:nvPr/>
        </p:nvCxnSpPr>
        <p:spPr>
          <a:xfrm flipH="1" flipV="1">
            <a:off x="4944066" y="5625737"/>
            <a:ext cx="588117" cy="603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4" name="Connecteur droit avec flèche 283">
            <a:extLst>
              <a:ext uri="{FF2B5EF4-FFF2-40B4-BE49-F238E27FC236}">
                <a16:creationId xmlns:a16="http://schemas.microsoft.com/office/drawing/2014/main" id="{FFD05280-C568-249A-F127-7BB9A9A1CE2C}"/>
              </a:ext>
            </a:extLst>
          </p:cNvPr>
          <p:cNvCxnSpPr/>
          <p:nvPr/>
        </p:nvCxnSpPr>
        <p:spPr>
          <a:xfrm>
            <a:off x="3895217" y="878434"/>
            <a:ext cx="441631" cy="0"/>
          </a:xfrm>
          <a:prstGeom prst="straightConnector1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Arrow: Curved Up 59">
            <a:extLst>
              <a:ext uri="{FF2B5EF4-FFF2-40B4-BE49-F238E27FC236}">
                <a16:creationId xmlns:a16="http://schemas.microsoft.com/office/drawing/2014/main" id="{374DDDC2-3534-59DD-4314-7A0F24EEF1EE}"/>
              </a:ext>
            </a:extLst>
          </p:cNvPr>
          <p:cNvSpPr/>
          <p:nvPr/>
        </p:nvSpPr>
        <p:spPr>
          <a:xfrm rot="15995090">
            <a:off x="6067831" y="4008983"/>
            <a:ext cx="492982" cy="167880"/>
          </a:xfrm>
          <a:prstGeom prst="curvedUpArrow">
            <a:avLst>
              <a:gd name="adj1" fmla="val 25000"/>
              <a:gd name="adj2" fmla="val 50000"/>
              <a:gd name="adj3" fmla="val 13330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8" name="TextBox 44">
            <a:extLst>
              <a:ext uri="{FF2B5EF4-FFF2-40B4-BE49-F238E27FC236}">
                <a16:creationId xmlns:a16="http://schemas.microsoft.com/office/drawing/2014/main" id="{DCCBBC93-6C16-390E-1F01-81B90776B614}"/>
              </a:ext>
            </a:extLst>
          </p:cNvPr>
          <p:cNvSpPr txBox="1"/>
          <p:nvPr/>
        </p:nvSpPr>
        <p:spPr>
          <a:xfrm>
            <a:off x="6134489" y="3639962"/>
            <a:ext cx="38482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rgbClr val="00B050"/>
                </a:solidFill>
              </a:rPr>
              <a:t>θ</a:t>
            </a:r>
            <a:r>
              <a:rPr lang="en-US" sz="1200" dirty="0">
                <a:solidFill>
                  <a:srgbClr val="00B050"/>
                </a:solidFill>
              </a:rPr>
              <a:t>3</a:t>
            </a:r>
            <a:r>
              <a:rPr lang="el-GR" sz="1200" dirty="0">
                <a:solidFill>
                  <a:srgbClr val="00B050"/>
                </a:solidFill>
              </a:rPr>
              <a:t> </a:t>
            </a:r>
            <a:endParaRPr lang="en-US" sz="12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97" name="Encre 296">
                <a:extLst>
                  <a:ext uri="{FF2B5EF4-FFF2-40B4-BE49-F238E27FC236}">
                    <a16:creationId xmlns:a16="http://schemas.microsoft.com/office/drawing/2014/main" id="{F3961ECF-1A0D-768F-9AFB-BDD03FADF4DF}"/>
                  </a:ext>
                </a:extLst>
              </p14:cNvPr>
              <p14:cNvContentPartPr/>
              <p14:nvPr/>
            </p14:nvContentPartPr>
            <p14:xfrm>
              <a:off x="352421" y="599438"/>
              <a:ext cx="112680" cy="101880"/>
            </p14:xfrm>
          </p:contentPart>
        </mc:Choice>
        <mc:Fallback>
          <p:pic>
            <p:nvPicPr>
              <p:cNvPr id="297" name="Encre 296">
                <a:extLst>
                  <a:ext uri="{FF2B5EF4-FFF2-40B4-BE49-F238E27FC236}">
                    <a16:creationId xmlns:a16="http://schemas.microsoft.com/office/drawing/2014/main" id="{F3961ECF-1A0D-768F-9AFB-BDD03FADF4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421" y="491438"/>
                <a:ext cx="220320" cy="31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936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10564-8257-3740-B80D-A71CE26A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D9EB0B8-76EE-8342-F042-86979360662A}"/>
              </a:ext>
            </a:extLst>
          </p:cNvPr>
          <p:cNvCxnSpPr>
            <a:cxnSpLocks/>
          </p:cNvCxnSpPr>
          <p:nvPr/>
        </p:nvCxnSpPr>
        <p:spPr>
          <a:xfrm>
            <a:off x="5702349" y="1304925"/>
            <a:ext cx="2392" cy="1248576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BEA0BCD-BD9D-43D8-7692-A0E01B1557B4}"/>
              </a:ext>
            </a:extLst>
          </p:cNvPr>
          <p:cNvCxnSpPr>
            <a:cxnSpLocks/>
          </p:cNvCxnSpPr>
          <p:nvPr/>
        </p:nvCxnSpPr>
        <p:spPr>
          <a:xfrm>
            <a:off x="8686800" y="2398657"/>
            <a:ext cx="118650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0A4D71-51DF-7F5D-F121-3A4FDA4181D0}"/>
              </a:ext>
            </a:extLst>
          </p:cNvPr>
          <p:cNvCxnSpPr>
            <a:cxnSpLocks/>
            <a:endCxn id="44" idx="2"/>
          </p:cNvCxnSpPr>
          <p:nvPr/>
        </p:nvCxnSpPr>
        <p:spPr>
          <a:xfrm flipV="1">
            <a:off x="6125758" y="2376752"/>
            <a:ext cx="2385783" cy="16347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2B0865-B969-B40E-F771-889C664F8D5F}"/>
              </a:ext>
            </a:extLst>
          </p:cNvPr>
          <p:cNvCxnSpPr>
            <a:cxnSpLocks/>
          </p:cNvCxnSpPr>
          <p:nvPr/>
        </p:nvCxnSpPr>
        <p:spPr>
          <a:xfrm>
            <a:off x="8700846" y="3615795"/>
            <a:ext cx="0" cy="96819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63DC93-537E-69EA-9F97-0254FF140F29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5702349" y="2578292"/>
            <a:ext cx="1" cy="2788313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9AC0D3-6120-92BB-4BDD-2D91CDB3E080}"/>
              </a:ext>
            </a:extLst>
          </p:cNvPr>
          <p:cNvCxnSpPr>
            <a:cxnSpLocks/>
          </p:cNvCxnSpPr>
          <p:nvPr/>
        </p:nvCxnSpPr>
        <p:spPr>
          <a:xfrm>
            <a:off x="8694420" y="2384036"/>
            <a:ext cx="0" cy="11848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CA7C68F2-8119-7095-C7D3-2C1295F5E4D2}"/>
              </a:ext>
            </a:extLst>
          </p:cNvPr>
          <p:cNvSpPr/>
          <p:nvPr/>
        </p:nvSpPr>
        <p:spPr>
          <a:xfrm>
            <a:off x="5222888" y="2208960"/>
            <a:ext cx="958923" cy="369332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A84AFB-C751-0854-1DA7-98E524BD3611}"/>
              </a:ext>
            </a:extLst>
          </p:cNvPr>
          <p:cNvCxnSpPr>
            <a:cxnSpLocks/>
          </p:cNvCxnSpPr>
          <p:nvPr/>
        </p:nvCxnSpPr>
        <p:spPr>
          <a:xfrm>
            <a:off x="5406817" y="5382773"/>
            <a:ext cx="645459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1DC040-40E4-AFC0-CBDD-E1FCCAA85958}"/>
              </a:ext>
            </a:extLst>
          </p:cNvPr>
          <p:cNvCxnSpPr>
            <a:cxnSpLocks/>
          </p:cNvCxnSpPr>
          <p:nvPr/>
        </p:nvCxnSpPr>
        <p:spPr>
          <a:xfrm>
            <a:off x="5495272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C56F84-7A95-5181-035D-30531B091DAB}"/>
              </a:ext>
            </a:extLst>
          </p:cNvPr>
          <p:cNvCxnSpPr>
            <a:cxnSpLocks/>
          </p:cNvCxnSpPr>
          <p:nvPr/>
        </p:nvCxnSpPr>
        <p:spPr>
          <a:xfrm>
            <a:off x="5593884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213E22-11E5-23F6-B5A2-47D620B93029}"/>
              </a:ext>
            </a:extLst>
          </p:cNvPr>
          <p:cNvCxnSpPr>
            <a:cxnSpLocks/>
          </p:cNvCxnSpPr>
          <p:nvPr/>
        </p:nvCxnSpPr>
        <p:spPr>
          <a:xfrm>
            <a:off x="5719390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6BDED3-07B4-34BB-25DA-C9D34094A765}"/>
              </a:ext>
            </a:extLst>
          </p:cNvPr>
          <p:cNvCxnSpPr>
            <a:cxnSpLocks/>
          </p:cNvCxnSpPr>
          <p:nvPr/>
        </p:nvCxnSpPr>
        <p:spPr>
          <a:xfrm>
            <a:off x="5949253" y="5373808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6B588C-6633-0E81-FEE6-A1EA6419C0A0}"/>
              </a:ext>
            </a:extLst>
          </p:cNvPr>
          <p:cNvCxnSpPr>
            <a:cxnSpLocks/>
          </p:cNvCxnSpPr>
          <p:nvPr/>
        </p:nvCxnSpPr>
        <p:spPr>
          <a:xfrm>
            <a:off x="5805818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28104C-B6AE-F6DD-ECA0-7A1F4E2810BB}"/>
              </a:ext>
            </a:extLst>
          </p:cNvPr>
          <p:cNvCxnSpPr>
            <a:cxnSpLocks/>
          </p:cNvCxnSpPr>
          <p:nvPr/>
        </p:nvCxnSpPr>
        <p:spPr>
          <a:xfrm>
            <a:off x="6049057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EFE9F78-DFA8-02B7-83DB-1A9CAC599F8D}"/>
              </a:ext>
            </a:extLst>
          </p:cNvPr>
          <p:cNvCxnSpPr>
            <a:cxnSpLocks/>
          </p:cNvCxnSpPr>
          <p:nvPr/>
        </p:nvCxnSpPr>
        <p:spPr>
          <a:xfrm>
            <a:off x="5406817" y="538277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32ED39A-E7AE-BEF5-1DA8-36873F603F7C}"/>
              </a:ext>
            </a:extLst>
          </p:cNvPr>
          <p:cNvSpPr txBox="1"/>
          <p:nvPr/>
        </p:nvSpPr>
        <p:spPr>
          <a:xfrm>
            <a:off x="5639569" y="4773120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X0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FAEBC2-A0F5-4D0E-F690-D38523385351}"/>
              </a:ext>
            </a:extLst>
          </p:cNvPr>
          <p:cNvSpPr txBox="1"/>
          <p:nvPr/>
        </p:nvSpPr>
        <p:spPr>
          <a:xfrm>
            <a:off x="5992923" y="5071222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Z0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224D6F-DA86-FAAD-280A-C3C37039608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765750" y="2384036"/>
            <a:ext cx="457138" cy="959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AA5E414-C8A3-CBC0-88CD-4E610AFF38DA}"/>
              </a:ext>
            </a:extLst>
          </p:cNvPr>
          <p:cNvSpPr/>
          <p:nvPr/>
        </p:nvSpPr>
        <p:spPr>
          <a:xfrm>
            <a:off x="5639569" y="5292823"/>
            <a:ext cx="159642" cy="1545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13F766B-A3D8-F484-541F-2155BAB8F482}"/>
              </a:ext>
            </a:extLst>
          </p:cNvPr>
          <p:cNvCxnSpPr>
            <a:cxnSpLocks/>
          </p:cNvCxnSpPr>
          <p:nvPr/>
        </p:nvCxnSpPr>
        <p:spPr>
          <a:xfrm flipV="1">
            <a:off x="5717621" y="5369324"/>
            <a:ext cx="566248" cy="89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2EE23E-5CA0-804A-153F-37BD34524596}"/>
              </a:ext>
            </a:extLst>
          </p:cNvPr>
          <p:cNvCxnSpPr>
            <a:cxnSpLocks/>
          </p:cNvCxnSpPr>
          <p:nvPr/>
        </p:nvCxnSpPr>
        <p:spPr>
          <a:xfrm flipV="1">
            <a:off x="5717621" y="4768637"/>
            <a:ext cx="0" cy="605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6444142-BACC-0912-4874-2A4E770442FE}"/>
              </a:ext>
            </a:extLst>
          </p:cNvPr>
          <p:cNvGrpSpPr/>
          <p:nvPr/>
        </p:nvGrpSpPr>
        <p:grpSpPr>
          <a:xfrm>
            <a:off x="5716773" y="5366605"/>
            <a:ext cx="25920" cy="29880"/>
            <a:chOff x="7384750" y="4830980"/>
            <a:chExt cx="25920" cy="2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2F552E6-C910-2DF9-50D0-0FAC3E0AD939}"/>
                    </a:ext>
                  </a:extLst>
                </p14:cNvPr>
                <p14:cNvContentPartPr/>
                <p14:nvPr/>
              </p14:nvContentPartPr>
              <p14:xfrm>
                <a:off x="7391230" y="4838540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2F552E6-C910-2DF9-50D0-0FAC3E0AD9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8223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BADD768-3449-2CB5-6201-87ABECF14A54}"/>
                    </a:ext>
                  </a:extLst>
                </p14:cNvPr>
                <p14:cNvContentPartPr/>
                <p14:nvPr/>
              </p14:nvContentPartPr>
              <p14:xfrm>
                <a:off x="7391230" y="4838540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BADD768-3449-2CB5-6201-87ABECF14A5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8223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276B588-2981-F51B-8FCC-17D97590AF70}"/>
                    </a:ext>
                  </a:extLst>
                </p14:cNvPr>
                <p14:cNvContentPartPr/>
                <p14:nvPr/>
              </p14:nvContentPartPr>
              <p14:xfrm>
                <a:off x="7391230" y="4838540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276B588-2981-F51B-8FCC-17D97590AF7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8223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086C0E-F747-0591-41AA-9F05324B2121}"/>
                    </a:ext>
                  </a:extLst>
                </p14:cNvPr>
                <p14:cNvContentPartPr/>
                <p14:nvPr/>
              </p14:nvContentPartPr>
              <p14:xfrm>
                <a:off x="7384750" y="4838540"/>
                <a:ext cx="36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4086C0E-F747-0591-41AA-9F05324B212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7575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0244BD7-09F3-EF90-D2C2-7AFC93FB018F}"/>
                    </a:ext>
                  </a:extLst>
                </p14:cNvPr>
                <p14:cNvContentPartPr/>
                <p14:nvPr/>
              </p14:nvContentPartPr>
              <p14:xfrm>
                <a:off x="7384750" y="4857620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0244BD7-09F3-EF90-D2C2-7AFC93FB018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75750" y="48486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616B1E-0B27-B496-A518-0D8311B59D14}"/>
                    </a:ext>
                  </a:extLst>
                </p14:cNvPr>
                <p14:cNvContentPartPr/>
                <p14:nvPr/>
              </p14:nvContentPartPr>
              <p14:xfrm>
                <a:off x="7391230" y="4845020"/>
                <a:ext cx="36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616B1E-0B27-B496-A518-0D8311B59D1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82230" y="48360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D96CEA4-8D78-7DC6-BB58-61439222AAAC}"/>
                    </a:ext>
                  </a:extLst>
                </p14:cNvPr>
                <p14:cNvContentPartPr/>
                <p14:nvPr/>
              </p14:nvContentPartPr>
              <p14:xfrm>
                <a:off x="7403830" y="4857620"/>
                <a:ext cx="360" cy="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D96CEA4-8D78-7DC6-BB58-61439222AA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394830" y="48486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ACDCA9A-E21D-FAE9-DEB7-DE85B87A726B}"/>
                    </a:ext>
                  </a:extLst>
                </p14:cNvPr>
                <p14:cNvContentPartPr/>
                <p14:nvPr/>
              </p14:nvContentPartPr>
              <p14:xfrm>
                <a:off x="7403830" y="4830980"/>
                <a:ext cx="360" cy="1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ACDCA9A-E21D-FAE9-DEB7-DE85B87A72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94830" y="482198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F2B14F1-E628-5D78-93B2-462754D3FAEF}"/>
                    </a:ext>
                  </a:extLst>
                </p14:cNvPr>
                <p14:cNvContentPartPr/>
                <p14:nvPr/>
              </p14:nvContentPartPr>
              <p14:xfrm>
                <a:off x="7384750" y="4832420"/>
                <a:ext cx="360" cy="3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F2B14F1-E628-5D78-93B2-462754D3FA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75750" y="4823420"/>
                  <a:ext cx="18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031DB6A-A7E1-E693-CA4A-E97228D86B29}"/>
                    </a:ext>
                  </a:extLst>
                </p14:cNvPr>
                <p14:cNvContentPartPr/>
                <p14:nvPr/>
              </p14:nvContentPartPr>
              <p14:xfrm>
                <a:off x="7384750" y="4845020"/>
                <a:ext cx="360" cy="1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031DB6A-A7E1-E693-CA4A-E97228D86B2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375750" y="483602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36423E-F2B3-3263-877A-8B68BB079A59}"/>
                    </a:ext>
                  </a:extLst>
                </p14:cNvPr>
                <p14:cNvContentPartPr/>
                <p14:nvPr/>
              </p14:nvContentPartPr>
              <p14:xfrm>
                <a:off x="7391950" y="4834220"/>
                <a:ext cx="18720" cy="26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36423E-F2B3-3263-877A-8B68BB079A5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83120" y="4825220"/>
                  <a:ext cx="36027" cy="44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24909735-4192-8987-1C6D-732FF7F65B90}"/>
              </a:ext>
            </a:extLst>
          </p:cNvPr>
          <p:cNvSpPr/>
          <p:nvPr/>
        </p:nvSpPr>
        <p:spPr>
          <a:xfrm>
            <a:off x="8511541" y="2200002"/>
            <a:ext cx="378610" cy="3534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AA89DB9-F03E-12EC-B6C6-6E9156BFB8EB}"/>
              </a:ext>
            </a:extLst>
          </p:cNvPr>
          <p:cNvCxnSpPr>
            <a:cxnSpLocks/>
          </p:cNvCxnSpPr>
          <p:nvPr/>
        </p:nvCxnSpPr>
        <p:spPr>
          <a:xfrm flipV="1">
            <a:off x="8684266" y="2392879"/>
            <a:ext cx="797511" cy="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84D8F62-4C9D-C0E2-62DA-3E818F2E0504}"/>
              </a:ext>
            </a:extLst>
          </p:cNvPr>
          <p:cNvCxnSpPr>
            <a:cxnSpLocks/>
          </p:cNvCxnSpPr>
          <p:nvPr/>
        </p:nvCxnSpPr>
        <p:spPr>
          <a:xfrm>
            <a:off x="8684266" y="2407605"/>
            <a:ext cx="0" cy="897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78DD3C0-D30A-CD5A-23AF-F37B5119C424}"/>
              </a:ext>
            </a:extLst>
          </p:cNvPr>
          <p:cNvCxnSpPr>
            <a:cxnSpLocks/>
          </p:cNvCxnSpPr>
          <p:nvPr/>
        </p:nvCxnSpPr>
        <p:spPr>
          <a:xfrm>
            <a:off x="8694420" y="2384036"/>
            <a:ext cx="0" cy="752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E4A4CC4-28B5-8F93-39BB-D920254B1422}"/>
              </a:ext>
            </a:extLst>
          </p:cNvPr>
          <p:cNvSpPr txBox="1"/>
          <p:nvPr/>
        </p:nvSpPr>
        <p:spPr>
          <a:xfrm>
            <a:off x="8395757" y="4169438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XE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5E11985-E940-C4D4-09B7-95E5C5B7866C}"/>
              </a:ext>
            </a:extLst>
          </p:cNvPr>
          <p:cNvSpPr/>
          <p:nvPr/>
        </p:nvSpPr>
        <p:spPr>
          <a:xfrm>
            <a:off x="8615537" y="2306782"/>
            <a:ext cx="159642" cy="154507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FD37C8-2A8B-633E-DA78-30131DBC7DE5}"/>
              </a:ext>
            </a:extLst>
          </p:cNvPr>
          <p:cNvSpPr/>
          <p:nvPr/>
        </p:nvSpPr>
        <p:spPr>
          <a:xfrm>
            <a:off x="8613999" y="2305937"/>
            <a:ext cx="159642" cy="154507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F29A47-2870-870D-32C6-5017E48528E1}"/>
              </a:ext>
            </a:extLst>
          </p:cNvPr>
          <p:cNvSpPr txBox="1"/>
          <p:nvPr/>
        </p:nvSpPr>
        <p:spPr>
          <a:xfrm>
            <a:off x="5294848" y="5141602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Y0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D23EF1-CE3E-E1DD-714C-2F7EC0FFD737}"/>
              </a:ext>
            </a:extLst>
          </p:cNvPr>
          <p:cNvSpPr txBox="1"/>
          <p:nvPr/>
        </p:nvSpPr>
        <p:spPr>
          <a:xfrm>
            <a:off x="8718863" y="3030235"/>
            <a:ext cx="440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X1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52361B-AEB9-3461-BB37-7FEB8B6E5BD5}"/>
              </a:ext>
            </a:extLst>
          </p:cNvPr>
          <p:cNvSpPr txBox="1"/>
          <p:nvPr/>
        </p:nvSpPr>
        <p:spPr>
          <a:xfrm>
            <a:off x="9102810" y="2039773"/>
            <a:ext cx="477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Z1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94234C-DEE2-0B4A-9B07-330AA05A5346}"/>
              </a:ext>
            </a:extLst>
          </p:cNvPr>
          <p:cNvSpPr txBox="1"/>
          <p:nvPr/>
        </p:nvSpPr>
        <p:spPr>
          <a:xfrm>
            <a:off x="8281751" y="2063470"/>
            <a:ext cx="440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Y1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6A30C83-C96F-7F0F-3B1B-83FADB4FF703}"/>
              </a:ext>
            </a:extLst>
          </p:cNvPr>
          <p:cNvCxnSpPr>
            <a:stCxn id="54" idx="1"/>
            <a:endCxn id="54" idx="5"/>
          </p:cNvCxnSpPr>
          <p:nvPr/>
        </p:nvCxnSpPr>
        <p:spPr>
          <a:xfrm>
            <a:off x="8637378" y="2328564"/>
            <a:ext cx="112884" cy="10925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A5E5A68-9656-8F11-8116-D42B3265584B}"/>
              </a:ext>
            </a:extLst>
          </p:cNvPr>
          <p:cNvCxnSpPr>
            <a:stCxn id="54" idx="7"/>
            <a:endCxn id="54" idx="3"/>
          </p:cNvCxnSpPr>
          <p:nvPr/>
        </p:nvCxnSpPr>
        <p:spPr>
          <a:xfrm flipH="1">
            <a:off x="8637378" y="2328564"/>
            <a:ext cx="112884" cy="10925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246545C-7331-EEA4-B03D-78C89702B0B2}"/>
                  </a:ext>
                </a:extLst>
              </p14:cNvPr>
              <p14:cNvContentPartPr/>
              <p14:nvPr/>
            </p14:nvContentPartPr>
            <p14:xfrm>
              <a:off x="8689860" y="2378357"/>
              <a:ext cx="7920" cy="115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246545C-7331-EEA4-B03D-78C89702B0B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80431" y="2369357"/>
                <a:ext cx="26400" cy="29160"/>
              </a:xfrm>
              <a:prstGeom prst="rect">
                <a:avLst/>
              </a:prstGeom>
            </p:spPr>
          </p:pic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03BFDFBD-81C7-EE37-4695-BC3C993011B0}"/>
              </a:ext>
            </a:extLst>
          </p:cNvPr>
          <p:cNvSpPr txBox="1"/>
          <p:nvPr/>
        </p:nvSpPr>
        <p:spPr>
          <a:xfrm>
            <a:off x="8307762" y="2420420"/>
            <a:ext cx="35312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Z2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A45EA4-5125-D475-FC3A-093BD21CC671}"/>
              </a:ext>
            </a:extLst>
          </p:cNvPr>
          <p:cNvSpPr txBox="1"/>
          <p:nvPr/>
        </p:nvSpPr>
        <p:spPr>
          <a:xfrm>
            <a:off x="8623680" y="2748679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X2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0CB068C-0398-56A5-42FF-9956807D12C4}"/>
              </a:ext>
            </a:extLst>
          </p:cNvPr>
          <p:cNvSpPr txBox="1"/>
          <p:nvPr/>
        </p:nvSpPr>
        <p:spPr>
          <a:xfrm>
            <a:off x="9566769" y="2328611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Y2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AD70E08-1DC2-504F-9354-2A8B07312E54}"/>
              </a:ext>
            </a:extLst>
          </p:cNvPr>
          <p:cNvSpPr txBox="1"/>
          <p:nvPr/>
        </p:nvSpPr>
        <p:spPr>
          <a:xfrm>
            <a:off x="5495272" y="1013145"/>
            <a:ext cx="4900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d1</a:t>
            </a:r>
          </a:p>
        </p:txBody>
      </p:sp>
      <p:sp>
        <p:nvSpPr>
          <p:cNvPr id="67" name="Arrow: Curved Up 66">
            <a:extLst>
              <a:ext uri="{FF2B5EF4-FFF2-40B4-BE49-F238E27FC236}">
                <a16:creationId xmlns:a16="http://schemas.microsoft.com/office/drawing/2014/main" id="{8A4CC80D-F8F0-F30D-DF41-1207C30BA7C4}"/>
              </a:ext>
            </a:extLst>
          </p:cNvPr>
          <p:cNvSpPr/>
          <p:nvPr/>
        </p:nvSpPr>
        <p:spPr>
          <a:xfrm rot="14308180">
            <a:off x="8518725" y="2198013"/>
            <a:ext cx="524452" cy="233027"/>
          </a:xfrm>
          <a:prstGeom prst="curvedUpArrow">
            <a:avLst>
              <a:gd name="adj1" fmla="val 25000"/>
              <a:gd name="adj2" fmla="val 56099"/>
              <a:gd name="adj3" fmla="val 4498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FA115A-B774-9A35-17A7-161FDEFA82FC}"/>
              </a:ext>
            </a:extLst>
          </p:cNvPr>
          <p:cNvSpPr txBox="1"/>
          <p:nvPr/>
        </p:nvSpPr>
        <p:spPr>
          <a:xfrm>
            <a:off x="8662712" y="1918787"/>
            <a:ext cx="66450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rgbClr val="FF0000"/>
                </a:solidFill>
              </a:rPr>
              <a:t>θ</a:t>
            </a:r>
            <a:r>
              <a:rPr lang="en-US" sz="1200" dirty="0">
                <a:solidFill>
                  <a:srgbClr val="FF0000"/>
                </a:solidFill>
              </a:rPr>
              <a:t>2</a:t>
            </a:r>
            <a:r>
              <a:rPr lang="el-GR" sz="1200" dirty="0">
                <a:solidFill>
                  <a:srgbClr val="FF0000"/>
                </a:solidFill>
              </a:rPr>
              <a:t> 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9C0ECE5-3172-2459-8F52-9D2EDF2E7FF3}"/>
              </a:ext>
            </a:extLst>
          </p:cNvPr>
          <p:cNvCxnSpPr>
            <a:cxnSpLocks/>
          </p:cNvCxnSpPr>
          <p:nvPr/>
        </p:nvCxnSpPr>
        <p:spPr>
          <a:xfrm>
            <a:off x="8689703" y="1248592"/>
            <a:ext cx="18342" cy="1138589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F06898D-E6C9-1134-36E0-69A1C9397D4B}"/>
              </a:ext>
            </a:extLst>
          </p:cNvPr>
          <p:cNvCxnSpPr>
            <a:cxnSpLocks/>
          </p:cNvCxnSpPr>
          <p:nvPr/>
        </p:nvCxnSpPr>
        <p:spPr>
          <a:xfrm>
            <a:off x="4343400" y="2389877"/>
            <a:ext cx="600075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D78A031-1B27-6CDC-AEBD-C68E076C877B}"/>
              </a:ext>
            </a:extLst>
          </p:cNvPr>
          <p:cNvCxnSpPr>
            <a:cxnSpLocks/>
          </p:cNvCxnSpPr>
          <p:nvPr/>
        </p:nvCxnSpPr>
        <p:spPr>
          <a:xfrm flipV="1">
            <a:off x="4343400" y="5380645"/>
            <a:ext cx="1250484" cy="126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0569549-8611-552C-5BBA-BFAEA2A3DF5A}"/>
              </a:ext>
            </a:extLst>
          </p:cNvPr>
          <p:cNvCxnSpPr/>
          <p:nvPr/>
        </p:nvCxnSpPr>
        <p:spPr>
          <a:xfrm>
            <a:off x="4467225" y="2389877"/>
            <a:ext cx="0" cy="300336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857C413-8354-4B06-8755-32EC4A60106D}"/>
              </a:ext>
            </a:extLst>
          </p:cNvPr>
          <p:cNvSpPr txBox="1"/>
          <p:nvPr/>
        </p:nvSpPr>
        <p:spPr>
          <a:xfrm>
            <a:off x="4189684" y="3664903"/>
            <a:ext cx="453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AC41625-61AE-AF10-0A69-E2374DD4D36A}"/>
              </a:ext>
            </a:extLst>
          </p:cNvPr>
          <p:cNvCxnSpPr>
            <a:cxnSpLocks/>
          </p:cNvCxnSpPr>
          <p:nvPr/>
        </p:nvCxnSpPr>
        <p:spPr>
          <a:xfrm>
            <a:off x="5702349" y="1571625"/>
            <a:ext cx="299207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44F1AB1-3B86-45F4-C90C-605B9D9AA6A4}"/>
              </a:ext>
            </a:extLst>
          </p:cNvPr>
          <p:cNvSpPr txBox="1"/>
          <p:nvPr/>
        </p:nvSpPr>
        <p:spPr>
          <a:xfrm>
            <a:off x="6997410" y="1304925"/>
            <a:ext cx="39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E259C83-1D3F-8FE4-EFA8-CD814B318E7E}"/>
              </a:ext>
            </a:extLst>
          </p:cNvPr>
          <p:cNvCxnSpPr>
            <a:cxnSpLocks/>
          </p:cNvCxnSpPr>
          <p:nvPr/>
        </p:nvCxnSpPr>
        <p:spPr>
          <a:xfrm flipV="1">
            <a:off x="8714331" y="2395776"/>
            <a:ext cx="2295498" cy="4796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E751602-BF58-31D0-F02B-3DF08FB24CD3}"/>
              </a:ext>
            </a:extLst>
          </p:cNvPr>
          <p:cNvCxnSpPr>
            <a:cxnSpLocks/>
          </p:cNvCxnSpPr>
          <p:nvPr/>
        </p:nvCxnSpPr>
        <p:spPr>
          <a:xfrm>
            <a:off x="8655506" y="3669524"/>
            <a:ext cx="2314209" cy="210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5754997-BBCA-37C7-3EC2-4120F2560AE8}"/>
              </a:ext>
            </a:extLst>
          </p:cNvPr>
          <p:cNvCxnSpPr>
            <a:cxnSpLocks/>
          </p:cNvCxnSpPr>
          <p:nvPr/>
        </p:nvCxnSpPr>
        <p:spPr>
          <a:xfrm>
            <a:off x="8700846" y="4583991"/>
            <a:ext cx="2149339" cy="2694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DB224B2-A07F-63AC-5774-B2E669998C93}"/>
              </a:ext>
            </a:extLst>
          </p:cNvPr>
          <p:cNvCxnSpPr>
            <a:cxnSpLocks/>
          </p:cNvCxnSpPr>
          <p:nvPr/>
        </p:nvCxnSpPr>
        <p:spPr>
          <a:xfrm>
            <a:off x="10708226" y="2396560"/>
            <a:ext cx="0" cy="129403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0B92A6B-72EA-E4E5-30F3-EEFACC26945B}"/>
              </a:ext>
            </a:extLst>
          </p:cNvPr>
          <p:cNvCxnSpPr>
            <a:cxnSpLocks/>
          </p:cNvCxnSpPr>
          <p:nvPr/>
        </p:nvCxnSpPr>
        <p:spPr>
          <a:xfrm>
            <a:off x="10708226" y="3688146"/>
            <a:ext cx="0" cy="92212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23FA7EF7-22CD-2245-E266-A170D9C437B8}"/>
              </a:ext>
            </a:extLst>
          </p:cNvPr>
          <p:cNvSpPr txBox="1"/>
          <p:nvPr/>
        </p:nvSpPr>
        <p:spPr>
          <a:xfrm>
            <a:off x="10686980" y="2747788"/>
            <a:ext cx="38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8A807D9-3C4B-F6BD-D435-DC8EABBC76FC}"/>
              </a:ext>
            </a:extLst>
          </p:cNvPr>
          <p:cNvSpPr txBox="1"/>
          <p:nvPr/>
        </p:nvSpPr>
        <p:spPr>
          <a:xfrm>
            <a:off x="10718313" y="3913104"/>
            <a:ext cx="38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ADB12F7-4CD0-37BF-1D83-B154D42AE241}"/>
              </a:ext>
            </a:extLst>
          </p:cNvPr>
          <p:cNvSpPr txBox="1"/>
          <p:nvPr/>
        </p:nvSpPr>
        <p:spPr>
          <a:xfrm>
            <a:off x="7371318" y="5272923"/>
            <a:ext cx="10630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La corde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7AE6BFD-F2A8-92F9-C8B2-EDBB5AC13AC0}"/>
              </a:ext>
            </a:extLst>
          </p:cNvPr>
          <p:cNvCxnSpPr>
            <a:cxnSpLocks/>
          </p:cNvCxnSpPr>
          <p:nvPr/>
        </p:nvCxnSpPr>
        <p:spPr>
          <a:xfrm flipV="1">
            <a:off x="7599836" y="4504780"/>
            <a:ext cx="417787" cy="843441"/>
          </a:xfrm>
          <a:prstGeom prst="straightConnector1">
            <a:avLst/>
          </a:prstGeom>
          <a:ln w="31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24907F12-948C-239C-96CE-77924EC6D453}"/>
              </a:ext>
            </a:extLst>
          </p:cNvPr>
          <p:cNvCxnSpPr/>
          <p:nvPr/>
        </p:nvCxnSpPr>
        <p:spPr>
          <a:xfrm>
            <a:off x="5431131" y="1320615"/>
            <a:ext cx="542436" cy="0"/>
          </a:xfrm>
          <a:prstGeom prst="straightConnector1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43">
            <a:extLst>
              <a:ext uri="{FF2B5EF4-FFF2-40B4-BE49-F238E27FC236}">
                <a16:creationId xmlns:a16="http://schemas.microsoft.com/office/drawing/2014/main" id="{686E243F-6A27-3308-6372-2B9B9B1B7869}"/>
              </a:ext>
            </a:extLst>
          </p:cNvPr>
          <p:cNvSpPr/>
          <p:nvPr/>
        </p:nvSpPr>
        <p:spPr>
          <a:xfrm>
            <a:off x="8511547" y="3494971"/>
            <a:ext cx="378610" cy="35349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53">
            <a:extLst>
              <a:ext uri="{FF2B5EF4-FFF2-40B4-BE49-F238E27FC236}">
                <a16:creationId xmlns:a16="http://schemas.microsoft.com/office/drawing/2014/main" id="{87675DCA-250C-1F30-B434-ECB1E7D3C858}"/>
              </a:ext>
            </a:extLst>
          </p:cNvPr>
          <p:cNvSpPr/>
          <p:nvPr/>
        </p:nvSpPr>
        <p:spPr>
          <a:xfrm>
            <a:off x="8619053" y="3586336"/>
            <a:ext cx="159642" cy="154507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AF9CD186-34F1-503C-DE1D-F61B3812FB6A}"/>
              </a:ext>
            </a:extLst>
          </p:cNvPr>
          <p:cNvSpPr/>
          <p:nvPr/>
        </p:nvSpPr>
        <p:spPr>
          <a:xfrm>
            <a:off x="8670960" y="3648113"/>
            <a:ext cx="45719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cxnSp>
        <p:nvCxnSpPr>
          <p:cNvPr id="80" name="Straight Arrow Connector 45">
            <a:extLst>
              <a:ext uri="{FF2B5EF4-FFF2-40B4-BE49-F238E27FC236}">
                <a16:creationId xmlns:a16="http://schemas.microsoft.com/office/drawing/2014/main" id="{96FF4B71-BF01-68E2-646A-C3ADBAC77C5E}"/>
              </a:ext>
            </a:extLst>
          </p:cNvPr>
          <p:cNvCxnSpPr>
            <a:cxnSpLocks/>
          </p:cNvCxnSpPr>
          <p:nvPr/>
        </p:nvCxnSpPr>
        <p:spPr>
          <a:xfrm>
            <a:off x="8692840" y="3671720"/>
            <a:ext cx="8006" cy="4400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63">
            <a:extLst>
              <a:ext uri="{FF2B5EF4-FFF2-40B4-BE49-F238E27FC236}">
                <a16:creationId xmlns:a16="http://schemas.microsoft.com/office/drawing/2014/main" id="{BCB9633E-494B-8C39-BF76-B55421970349}"/>
              </a:ext>
            </a:extLst>
          </p:cNvPr>
          <p:cNvSpPr txBox="1"/>
          <p:nvPr/>
        </p:nvSpPr>
        <p:spPr>
          <a:xfrm>
            <a:off x="8934959" y="347300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Y3</a:t>
            </a:r>
          </a:p>
        </p:txBody>
      </p:sp>
      <p:sp>
        <p:nvSpPr>
          <p:cNvPr id="94" name="TextBox 63">
            <a:extLst>
              <a:ext uri="{FF2B5EF4-FFF2-40B4-BE49-F238E27FC236}">
                <a16:creationId xmlns:a16="http://schemas.microsoft.com/office/drawing/2014/main" id="{4D430B13-2F05-87CD-848B-39DBEDAC7A6C}"/>
              </a:ext>
            </a:extLst>
          </p:cNvPr>
          <p:cNvSpPr txBox="1"/>
          <p:nvPr/>
        </p:nvSpPr>
        <p:spPr>
          <a:xfrm>
            <a:off x="8274885" y="3523443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Z3</a:t>
            </a:r>
          </a:p>
        </p:txBody>
      </p: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9173AB26-91C8-B9C2-2FA5-03A2FE0BD44D}"/>
              </a:ext>
            </a:extLst>
          </p:cNvPr>
          <p:cNvGrpSpPr/>
          <p:nvPr/>
        </p:nvGrpSpPr>
        <p:grpSpPr>
          <a:xfrm>
            <a:off x="8683233" y="2374253"/>
            <a:ext cx="19080" cy="18720"/>
            <a:chOff x="8683233" y="2374253"/>
            <a:chExt cx="19080" cy="1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5" name="Encre 94">
                  <a:extLst>
                    <a:ext uri="{FF2B5EF4-FFF2-40B4-BE49-F238E27FC236}">
                      <a16:creationId xmlns:a16="http://schemas.microsoft.com/office/drawing/2014/main" id="{0BCDE84D-7D6B-3E85-A1D2-E4BA5865D731}"/>
                    </a:ext>
                  </a:extLst>
                </p14:cNvPr>
                <p14:cNvContentPartPr/>
                <p14:nvPr/>
              </p14:nvContentPartPr>
              <p14:xfrm>
                <a:off x="8694393" y="2384333"/>
                <a:ext cx="360" cy="360"/>
              </p14:xfrm>
            </p:contentPart>
          </mc:Choice>
          <mc:Fallback>
            <p:pic>
              <p:nvPicPr>
                <p:cNvPr id="95" name="Encre 94">
                  <a:extLst>
                    <a:ext uri="{FF2B5EF4-FFF2-40B4-BE49-F238E27FC236}">
                      <a16:creationId xmlns:a16="http://schemas.microsoft.com/office/drawing/2014/main" id="{0BCDE84D-7D6B-3E85-A1D2-E4BA5865D73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88273" y="23782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97" name="Encre 96">
                  <a:extLst>
                    <a:ext uri="{FF2B5EF4-FFF2-40B4-BE49-F238E27FC236}">
                      <a16:creationId xmlns:a16="http://schemas.microsoft.com/office/drawing/2014/main" id="{48D1CDAF-D132-884D-C1CA-A16CFE5067D6}"/>
                    </a:ext>
                  </a:extLst>
                </p14:cNvPr>
                <p14:cNvContentPartPr/>
                <p14:nvPr/>
              </p14:nvContentPartPr>
              <p14:xfrm>
                <a:off x="8694393" y="2384333"/>
                <a:ext cx="360" cy="360"/>
              </p14:xfrm>
            </p:contentPart>
          </mc:Choice>
          <mc:Fallback>
            <p:pic>
              <p:nvPicPr>
                <p:cNvPr id="97" name="Encre 96">
                  <a:extLst>
                    <a:ext uri="{FF2B5EF4-FFF2-40B4-BE49-F238E27FC236}">
                      <a16:creationId xmlns:a16="http://schemas.microsoft.com/office/drawing/2014/main" id="{48D1CDAF-D132-884D-C1CA-A16CFE5067D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88273" y="23782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99" name="Encre 98">
                  <a:extLst>
                    <a:ext uri="{FF2B5EF4-FFF2-40B4-BE49-F238E27FC236}">
                      <a16:creationId xmlns:a16="http://schemas.microsoft.com/office/drawing/2014/main" id="{DEC578FD-5F3F-1D9B-ACD5-18F4D4670B63}"/>
                    </a:ext>
                  </a:extLst>
                </p14:cNvPr>
                <p14:cNvContentPartPr/>
                <p14:nvPr/>
              </p14:nvContentPartPr>
              <p14:xfrm>
                <a:off x="8683233" y="2374253"/>
                <a:ext cx="19080" cy="18720"/>
              </p14:xfrm>
            </p:contentPart>
          </mc:Choice>
          <mc:Fallback>
            <p:pic>
              <p:nvPicPr>
                <p:cNvPr id="99" name="Encre 98">
                  <a:extLst>
                    <a:ext uri="{FF2B5EF4-FFF2-40B4-BE49-F238E27FC236}">
                      <a16:creationId xmlns:a16="http://schemas.microsoft.com/office/drawing/2014/main" id="{DEC578FD-5F3F-1D9B-ACD5-18F4D4670B6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77113" y="2368133"/>
                  <a:ext cx="31320" cy="30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2" name="TextBox 63">
            <a:extLst>
              <a:ext uri="{FF2B5EF4-FFF2-40B4-BE49-F238E27FC236}">
                <a16:creationId xmlns:a16="http://schemas.microsoft.com/office/drawing/2014/main" id="{DEFBE2EA-16DF-4390-F877-670D62A4F4B4}"/>
              </a:ext>
            </a:extLst>
          </p:cNvPr>
          <p:cNvSpPr txBox="1"/>
          <p:nvPr/>
        </p:nvSpPr>
        <p:spPr>
          <a:xfrm>
            <a:off x="8417927" y="3842717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X3</a:t>
            </a:r>
          </a:p>
        </p:txBody>
      </p:sp>
      <p:cxnSp>
        <p:nvCxnSpPr>
          <p:cNvPr id="84" name="Straight Arrow Connector 45">
            <a:extLst>
              <a:ext uri="{FF2B5EF4-FFF2-40B4-BE49-F238E27FC236}">
                <a16:creationId xmlns:a16="http://schemas.microsoft.com/office/drawing/2014/main" id="{BB06153D-9003-2988-63EA-409BE12DBBC3}"/>
              </a:ext>
            </a:extLst>
          </p:cNvPr>
          <p:cNvCxnSpPr>
            <a:cxnSpLocks/>
          </p:cNvCxnSpPr>
          <p:nvPr/>
        </p:nvCxnSpPr>
        <p:spPr>
          <a:xfrm>
            <a:off x="8688192" y="3670972"/>
            <a:ext cx="549461" cy="129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0">
            <a:extLst>
              <a:ext uri="{FF2B5EF4-FFF2-40B4-BE49-F238E27FC236}">
                <a16:creationId xmlns:a16="http://schemas.microsoft.com/office/drawing/2014/main" id="{D329C372-AA61-738C-88DA-97207F944906}"/>
              </a:ext>
            </a:extLst>
          </p:cNvPr>
          <p:cNvSpPr txBox="1"/>
          <p:nvPr/>
        </p:nvSpPr>
        <p:spPr>
          <a:xfrm>
            <a:off x="8393597" y="4444296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YE</a:t>
            </a:r>
          </a:p>
        </p:txBody>
      </p:sp>
      <p:sp>
        <p:nvSpPr>
          <p:cNvPr id="122" name="TextBox 14">
            <a:extLst>
              <a:ext uri="{FF2B5EF4-FFF2-40B4-BE49-F238E27FC236}">
                <a16:creationId xmlns:a16="http://schemas.microsoft.com/office/drawing/2014/main" id="{73083CAA-1C95-1465-20B0-E4D24D1A1CD9}"/>
              </a:ext>
            </a:extLst>
          </p:cNvPr>
          <p:cNvSpPr txBox="1"/>
          <p:nvPr/>
        </p:nvSpPr>
        <p:spPr>
          <a:xfrm>
            <a:off x="8826690" y="4350212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ZE</a:t>
            </a:r>
          </a:p>
        </p:txBody>
      </p:sp>
      <p:sp>
        <p:nvSpPr>
          <p:cNvPr id="136" name="Oval 28">
            <a:extLst>
              <a:ext uri="{FF2B5EF4-FFF2-40B4-BE49-F238E27FC236}">
                <a16:creationId xmlns:a16="http://schemas.microsoft.com/office/drawing/2014/main" id="{6099857D-1E33-F16E-B7D4-973EB736B284}"/>
              </a:ext>
            </a:extLst>
          </p:cNvPr>
          <p:cNvSpPr/>
          <p:nvPr/>
        </p:nvSpPr>
        <p:spPr>
          <a:xfrm>
            <a:off x="8634510" y="4505543"/>
            <a:ext cx="159642" cy="1545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7" name="Straight Arrow Connector 29">
            <a:extLst>
              <a:ext uri="{FF2B5EF4-FFF2-40B4-BE49-F238E27FC236}">
                <a16:creationId xmlns:a16="http://schemas.microsoft.com/office/drawing/2014/main" id="{BC42A326-1372-56A6-F57D-2AB514254A71}"/>
              </a:ext>
            </a:extLst>
          </p:cNvPr>
          <p:cNvCxnSpPr>
            <a:cxnSpLocks/>
          </p:cNvCxnSpPr>
          <p:nvPr/>
        </p:nvCxnSpPr>
        <p:spPr>
          <a:xfrm>
            <a:off x="8679798" y="4589711"/>
            <a:ext cx="403223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30">
            <a:extLst>
              <a:ext uri="{FF2B5EF4-FFF2-40B4-BE49-F238E27FC236}">
                <a16:creationId xmlns:a16="http://schemas.microsoft.com/office/drawing/2014/main" id="{FDD2AD53-FC36-C6CA-BDC2-E87C85649263}"/>
              </a:ext>
            </a:extLst>
          </p:cNvPr>
          <p:cNvCxnSpPr>
            <a:cxnSpLocks/>
          </p:cNvCxnSpPr>
          <p:nvPr/>
        </p:nvCxnSpPr>
        <p:spPr>
          <a:xfrm flipV="1">
            <a:off x="8700846" y="4216400"/>
            <a:ext cx="7199" cy="367591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Ellipse 153">
            <a:extLst>
              <a:ext uri="{FF2B5EF4-FFF2-40B4-BE49-F238E27FC236}">
                <a16:creationId xmlns:a16="http://schemas.microsoft.com/office/drawing/2014/main" id="{2E8AD00D-41A6-5CE4-E269-1CF576202127}"/>
              </a:ext>
            </a:extLst>
          </p:cNvPr>
          <p:cNvSpPr/>
          <p:nvPr/>
        </p:nvSpPr>
        <p:spPr>
          <a:xfrm>
            <a:off x="8684601" y="4564555"/>
            <a:ext cx="45719" cy="45719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58" name="Ellipse 157">
            <a:extLst>
              <a:ext uri="{FF2B5EF4-FFF2-40B4-BE49-F238E27FC236}">
                <a16:creationId xmlns:a16="http://schemas.microsoft.com/office/drawing/2014/main" id="{B671272E-A13C-262D-A6E4-465A3EF6FCC3}"/>
              </a:ext>
            </a:extLst>
          </p:cNvPr>
          <p:cNvSpPr/>
          <p:nvPr/>
        </p:nvSpPr>
        <p:spPr>
          <a:xfrm>
            <a:off x="7999517" y="4345174"/>
            <a:ext cx="134752" cy="15005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59" name="Arrow: Curved Up 66">
            <a:extLst>
              <a:ext uri="{FF2B5EF4-FFF2-40B4-BE49-F238E27FC236}">
                <a16:creationId xmlns:a16="http://schemas.microsoft.com/office/drawing/2014/main" id="{85C613F4-38C2-87B9-A6BD-42902F50E197}"/>
              </a:ext>
            </a:extLst>
          </p:cNvPr>
          <p:cNvSpPr/>
          <p:nvPr/>
        </p:nvSpPr>
        <p:spPr>
          <a:xfrm rot="14308180">
            <a:off x="8428087" y="3484525"/>
            <a:ext cx="661812" cy="274694"/>
          </a:xfrm>
          <a:prstGeom prst="curvedUpArrow">
            <a:avLst>
              <a:gd name="adj1" fmla="val 25000"/>
              <a:gd name="adj2" fmla="val 56099"/>
              <a:gd name="adj3" fmla="val 4498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2" name="TextBox 67">
            <a:extLst>
              <a:ext uri="{FF2B5EF4-FFF2-40B4-BE49-F238E27FC236}">
                <a16:creationId xmlns:a16="http://schemas.microsoft.com/office/drawing/2014/main" id="{1E001D6C-6384-FF33-485F-3A5DF160DC1F}"/>
              </a:ext>
            </a:extLst>
          </p:cNvPr>
          <p:cNvSpPr txBox="1"/>
          <p:nvPr/>
        </p:nvSpPr>
        <p:spPr>
          <a:xfrm>
            <a:off x="8743799" y="3286468"/>
            <a:ext cx="66450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rgbClr val="00B050"/>
                </a:solidFill>
              </a:rPr>
              <a:t>θ</a:t>
            </a:r>
            <a:r>
              <a:rPr lang="en-US" sz="1200" dirty="0">
                <a:solidFill>
                  <a:srgbClr val="00B050"/>
                </a:solidFill>
              </a:rPr>
              <a:t>3</a:t>
            </a:r>
            <a:r>
              <a:rPr lang="en-US" sz="1200" baseline="-25000" dirty="0">
                <a:solidFill>
                  <a:srgbClr val="00B050"/>
                </a:solidFill>
              </a:rPr>
              <a:t>P</a:t>
            </a:r>
            <a:r>
              <a:rPr lang="el-GR" sz="1200" dirty="0">
                <a:solidFill>
                  <a:srgbClr val="00B050"/>
                </a:solidFill>
              </a:rPr>
              <a:t> </a:t>
            </a:r>
            <a:endParaRPr lang="en-US" sz="12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4" name="Encre 163">
                <a:extLst>
                  <a:ext uri="{FF2B5EF4-FFF2-40B4-BE49-F238E27FC236}">
                    <a16:creationId xmlns:a16="http://schemas.microsoft.com/office/drawing/2014/main" id="{BD064C21-C5EE-DA9E-E145-B91E5C9B285E}"/>
                  </a:ext>
                </a:extLst>
              </p14:cNvPr>
              <p14:cNvContentPartPr/>
              <p14:nvPr/>
            </p14:nvContentPartPr>
            <p14:xfrm>
              <a:off x="149741" y="490718"/>
              <a:ext cx="206640" cy="111240"/>
            </p14:xfrm>
          </p:contentPart>
        </mc:Choice>
        <mc:Fallback>
          <p:pic>
            <p:nvPicPr>
              <p:cNvPr id="164" name="Encre 163">
                <a:extLst>
                  <a:ext uri="{FF2B5EF4-FFF2-40B4-BE49-F238E27FC236}">
                    <a16:creationId xmlns:a16="http://schemas.microsoft.com/office/drawing/2014/main" id="{BD064C21-C5EE-DA9E-E145-B91E5C9B285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741" y="382718"/>
                <a:ext cx="314280" cy="32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83660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CBAF-B306-FCB1-1C5D-33E937CE7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9" name="Straight Connector 85">
            <a:extLst>
              <a:ext uri="{FF2B5EF4-FFF2-40B4-BE49-F238E27FC236}">
                <a16:creationId xmlns:a16="http://schemas.microsoft.com/office/drawing/2014/main" id="{60D75054-6FD4-D81F-6F61-23533DB6D4B1}"/>
              </a:ext>
            </a:extLst>
          </p:cNvPr>
          <p:cNvCxnSpPr>
            <a:cxnSpLocks/>
          </p:cNvCxnSpPr>
          <p:nvPr/>
        </p:nvCxnSpPr>
        <p:spPr>
          <a:xfrm flipV="1">
            <a:off x="7034238" y="3079629"/>
            <a:ext cx="3274884" cy="1747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7" name="Straight Connector 85">
            <a:extLst>
              <a:ext uri="{FF2B5EF4-FFF2-40B4-BE49-F238E27FC236}">
                <a16:creationId xmlns:a16="http://schemas.microsoft.com/office/drawing/2014/main" id="{64358D18-9E1D-0FBE-BCA8-291A8E340F87}"/>
              </a:ext>
            </a:extLst>
          </p:cNvPr>
          <p:cNvCxnSpPr>
            <a:cxnSpLocks/>
          </p:cNvCxnSpPr>
          <p:nvPr/>
        </p:nvCxnSpPr>
        <p:spPr>
          <a:xfrm flipV="1">
            <a:off x="7056908" y="2137250"/>
            <a:ext cx="3274884" cy="1747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6" name="Oval 28">
            <a:extLst>
              <a:ext uri="{FF2B5EF4-FFF2-40B4-BE49-F238E27FC236}">
                <a16:creationId xmlns:a16="http://schemas.microsoft.com/office/drawing/2014/main" id="{88BEEECF-ABDB-AB2C-FE34-4B4534263513}"/>
              </a:ext>
            </a:extLst>
          </p:cNvPr>
          <p:cNvSpPr/>
          <p:nvPr/>
        </p:nvSpPr>
        <p:spPr>
          <a:xfrm>
            <a:off x="6980179" y="3001986"/>
            <a:ext cx="79226" cy="1255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510F08-2D06-53B7-9008-709D6D23B9CF}"/>
              </a:ext>
            </a:extLst>
          </p:cNvPr>
          <p:cNvCxnSpPr>
            <a:cxnSpLocks/>
            <a:stCxn id="16" idx="3"/>
            <a:endCxn id="44" idx="2"/>
          </p:cNvCxnSpPr>
          <p:nvPr/>
        </p:nvCxnSpPr>
        <p:spPr>
          <a:xfrm flipV="1">
            <a:off x="5339535" y="2134705"/>
            <a:ext cx="3387159" cy="40147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8B2CC4A-5592-38D4-85D1-06579658EBB1}"/>
              </a:ext>
            </a:extLst>
          </p:cNvPr>
          <p:cNvCxnSpPr>
            <a:cxnSpLocks/>
          </p:cNvCxnSpPr>
          <p:nvPr/>
        </p:nvCxnSpPr>
        <p:spPr>
          <a:xfrm flipV="1">
            <a:off x="4855333" y="2344278"/>
            <a:ext cx="4741" cy="159364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A47438-D986-9316-4266-FC681CB7E8EF}"/>
              </a:ext>
            </a:extLst>
          </p:cNvPr>
          <p:cNvCxnSpPr>
            <a:cxnSpLocks/>
          </p:cNvCxnSpPr>
          <p:nvPr/>
        </p:nvCxnSpPr>
        <p:spPr>
          <a:xfrm flipH="1">
            <a:off x="6986904" y="2141989"/>
            <a:ext cx="1922669" cy="146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90F960DF-72D3-D9DC-3A68-1A4E389BD14A}"/>
              </a:ext>
            </a:extLst>
          </p:cNvPr>
          <p:cNvSpPr/>
          <p:nvPr/>
        </p:nvSpPr>
        <p:spPr>
          <a:xfrm>
            <a:off x="4380612" y="1990186"/>
            <a:ext cx="958923" cy="369332"/>
          </a:xfrm>
          <a:prstGeom prst="flowChartProcess">
            <a:avLst/>
          </a:prstGeom>
          <a:solidFill>
            <a:srgbClr val="00B0F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F04AD2-047C-34EF-3F3C-2638EBD7B4CD}"/>
              </a:ext>
            </a:extLst>
          </p:cNvPr>
          <p:cNvCxnSpPr>
            <a:cxnSpLocks/>
          </p:cNvCxnSpPr>
          <p:nvPr/>
        </p:nvCxnSpPr>
        <p:spPr>
          <a:xfrm>
            <a:off x="3994629" y="3921544"/>
            <a:ext cx="0" cy="153425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88D62A-5525-D389-96E3-1AA559D05BE3}"/>
              </a:ext>
            </a:extLst>
          </p:cNvPr>
          <p:cNvCxnSpPr>
            <a:cxnSpLocks/>
          </p:cNvCxnSpPr>
          <p:nvPr/>
        </p:nvCxnSpPr>
        <p:spPr>
          <a:xfrm>
            <a:off x="3678745" y="5398013"/>
            <a:ext cx="645459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145D2B-5BFB-59E4-237A-C90D55FBF300}"/>
              </a:ext>
            </a:extLst>
          </p:cNvPr>
          <p:cNvCxnSpPr>
            <a:cxnSpLocks/>
          </p:cNvCxnSpPr>
          <p:nvPr/>
        </p:nvCxnSpPr>
        <p:spPr>
          <a:xfrm>
            <a:off x="3767200" y="539801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6CA940-089A-72A1-FAB6-85EC4027918C}"/>
              </a:ext>
            </a:extLst>
          </p:cNvPr>
          <p:cNvCxnSpPr>
            <a:cxnSpLocks/>
          </p:cNvCxnSpPr>
          <p:nvPr/>
        </p:nvCxnSpPr>
        <p:spPr>
          <a:xfrm>
            <a:off x="3865812" y="539801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370697-FC1D-9871-C0FF-97A0B50A9E12}"/>
              </a:ext>
            </a:extLst>
          </p:cNvPr>
          <p:cNvCxnSpPr>
            <a:cxnSpLocks/>
          </p:cNvCxnSpPr>
          <p:nvPr/>
        </p:nvCxnSpPr>
        <p:spPr>
          <a:xfrm>
            <a:off x="3991318" y="539801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BD632F8-9253-1924-9D9F-5EDE133F15BC}"/>
              </a:ext>
            </a:extLst>
          </p:cNvPr>
          <p:cNvCxnSpPr>
            <a:cxnSpLocks/>
          </p:cNvCxnSpPr>
          <p:nvPr/>
        </p:nvCxnSpPr>
        <p:spPr>
          <a:xfrm>
            <a:off x="4221181" y="5389048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71DF411-7896-1863-8BD7-CEE510277DC0}"/>
              </a:ext>
            </a:extLst>
          </p:cNvPr>
          <p:cNvCxnSpPr>
            <a:cxnSpLocks/>
          </p:cNvCxnSpPr>
          <p:nvPr/>
        </p:nvCxnSpPr>
        <p:spPr>
          <a:xfrm>
            <a:off x="4077746" y="539801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36186CF-D1DD-4C9D-B32B-E28EE87D97CE}"/>
              </a:ext>
            </a:extLst>
          </p:cNvPr>
          <p:cNvCxnSpPr>
            <a:cxnSpLocks/>
          </p:cNvCxnSpPr>
          <p:nvPr/>
        </p:nvCxnSpPr>
        <p:spPr>
          <a:xfrm>
            <a:off x="4320985" y="539801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BB22DF-7D22-FDB4-C038-2DD5F4477232}"/>
              </a:ext>
            </a:extLst>
          </p:cNvPr>
          <p:cNvCxnSpPr>
            <a:cxnSpLocks/>
          </p:cNvCxnSpPr>
          <p:nvPr/>
        </p:nvCxnSpPr>
        <p:spPr>
          <a:xfrm>
            <a:off x="3678745" y="5398013"/>
            <a:ext cx="0" cy="233082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85AA2F1-8E61-B57E-7001-CF4A808542B3}"/>
              </a:ext>
            </a:extLst>
          </p:cNvPr>
          <p:cNvSpPr txBox="1"/>
          <p:nvPr/>
        </p:nvSpPr>
        <p:spPr>
          <a:xfrm>
            <a:off x="3886982" y="4750772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X0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8D8998-42AD-9565-61CA-703FDA1FC477}"/>
              </a:ext>
            </a:extLst>
          </p:cNvPr>
          <p:cNvSpPr txBox="1"/>
          <p:nvPr/>
        </p:nvSpPr>
        <p:spPr>
          <a:xfrm>
            <a:off x="4264851" y="5086462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Z0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13639FB-18C6-CEF7-809C-15DC5ADAE281}"/>
              </a:ext>
            </a:extLst>
          </p:cNvPr>
          <p:cNvCxnSpPr>
            <a:cxnSpLocks/>
          </p:cNvCxnSpPr>
          <p:nvPr/>
        </p:nvCxnSpPr>
        <p:spPr>
          <a:xfrm>
            <a:off x="3942909" y="2149247"/>
            <a:ext cx="457138" cy="959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1544E572-5736-1345-830C-D2AC591E63C5}"/>
              </a:ext>
            </a:extLst>
          </p:cNvPr>
          <p:cNvSpPr/>
          <p:nvPr/>
        </p:nvSpPr>
        <p:spPr>
          <a:xfrm>
            <a:off x="3911497" y="5308063"/>
            <a:ext cx="159642" cy="1545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9490C0-608D-DB9C-AAAE-2480D3297555}"/>
              </a:ext>
            </a:extLst>
          </p:cNvPr>
          <p:cNvCxnSpPr>
            <a:cxnSpLocks/>
          </p:cNvCxnSpPr>
          <p:nvPr/>
        </p:nvCxnSpPr>
        <p:spPr>
          <a:xfrm flipV="1">
            <a:off x="3989549" y="5384564"/>
            <a:ext cx="566248" cy="89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69FC792-A298-915C-4E65-7B26DF6EB7B4}"/>
              </a:ext>
            </a:extLst>
          </p:cNvPr>
          <p:cNvCxnSpPr>
            <a:cxnSpLocks/>
          </p:cNvCxnSpPr>
          <p:nvPr/>
        </p:nvCxnSpPr>
        <p:spPr>
          <a:xfrm flipV="1">
            <a:off x="3989549" y="4783877"/>
            <a:ext cx="0" cy="605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6E0F229-F3B0-5A6C-3893-87F0D993DDCD}"/>
              </a:ext>
            </a:extLst>
          </p:cNvPr>
          <p:cNvGrpSpPr/>
          <p:nvPr/>
        </p:nvGrpSpPr>
        <p:grpSpPr>
          <a:xfrm>
            <a:off x="3988701" y="5381845"/>
            <a:ext cx="25920" cy="29880"/>
            <a:chOff x="7384750" y="4830980"/>
            <a:chExt cx="25920" cy="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456E026-5D5F-C786-8D1A-6F95D4F39E32}"/>
                    </a:ext>
                  </a:extLst>
                </p14:cNvPr>
                <p14:cNvContentPartPr/>
                <p14:nvPr/>
              </p14:nvContentPartPr>
              <p14:xfrm>
                <a:off x="7391230" y="4838540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456E026-5D5F-C786-8D1A-6F95D4F39E3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8223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21A91F-92DF-9D46-60A1-A975077E7C0D}"/>
                    </a:ext>
                  </a:extLst>
                </p14:cNvPr>
                <p14:cNvContentPartPr/>
                <p14:nvPr/>
              </p14:nvContentPartPr>
              <p14:xfrm>
                <a:off x="7391230" y="4838540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21A91F-92DF-9D46-60A1-A975077E7C0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8223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D8ACE53-B398-1F32-99B9-5DEFF00E052B}"/>
                    </a:ext>
                  </a:extLst>
                </p14:cNvPr>
                <p14:cNvContentPartPr/>
                <p14:nvPr/>
              </p14:nvContentPartPr>
              <p14:xfrm>
                <a:off x="7391230" y="4838540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D8ACE53-B398-1F32-99B9-5DEFF00E052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8223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1DEEE2-0402-5F8E-9098-F8457BEABA8A}"/>
                    </a:ext>
                  </a:extLst>
                </p14:cNvPr>
                <p14:cNvContentPartPr/>
                <p14:nvPr/>
              </p14:nvContentPartPr>
              <p14:xfrm>
                <a:off x="7384750" y="4838540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1DEEE2-0402-5F8E-9098-F8457BEABA8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75750" y="482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69BC719-F10F-18A0-0574-4AC7B1FFD7C3}"/>
                    </a:ext>
                  </a:extLst>
                </p14:cNvPr>
                <p14:cNvContentPartPr/>
                <p14:nvPr/>
              </p14:nvContentPartPr>
              <p14:xfrm>
                <a:off x="7384750" y="4857620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69BC719-F10F-18A0-0574-4AC7B1FFD7C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75750" y="48486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61172AD-E779-BE43-937A-A41106E4754D}"/>
                    </a:ext>
                  </a:extLst>
                </p14:cNvPr>
                <p14:cNvContentPartPr/>
                <p14:nvPr/>
              </p14:nvContentPartPr>
              <p14:xfrm>
                <a:off x="7391230" y="4845020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61172AD-E779-BE43-937A-A41106E475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82230" y="48360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287F9D9-DED4-6FF9-1104-AC3BD315A22E}"/>
                    </a:ext>
                  </a:extLst>
                </p14:cNvPr>
                <p14:cNvContentPartPr/>
                <p14:nvPr/>
              </p14:nvContentPartPr>
              <p14:xfrm>
                <a:off x="7403830" y="4857620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287F9D9-DED4-6FF9-1104-AC3BD315A22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94830" y="48486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BCBC741-106D-0AC9-FDBC-55CDB64EA8B1}"/>
                    </a:ext>
                  </a:extLst>
                </p14:cNvPr>
                <p14:cNvContentPartPr/>
                <p14:nvPr/>
              </p14:nvContentPartPr>
              <p14:xfrm>
                <a:off x="7403830" y="4830980"/>
                <a:ext cx="360" cy="1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BCBC741-106D-0AC9-FDBC-55CDB64EA8B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94830" y="482198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DEBA071-40C6-5F0E-2C09-A512CB43A60B}"/>
                    </a:ext>
                  </a:extLst>
                </p14:cNvPr>
                <p14:cNvContentPartPr/>
                <p14:nvPr/>
              </p14:nvContentPartPr>
              <p14:xfrm>
                <a:off x="7384750" y="4832420"/>
                <a:ext cx="360" cy="3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DEBA071-40C6-5F0E-2C09-A512CB43A60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75750" y="4823420"/>
                  <a:ext cx="18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E1FB3E5-1B87-2FBC-D9D6-A5B00134D9F5}"/>
                    </a:ext>
                  </a:extLst>
                </p14:cNvPr>
                <p14:cNvContentPartPr/>
                <p14:nvPr/>
              </p14:nvContentPartPr>
              <p14:xfrm>
                <a:off x="7384750" y="4845020"/>
                <a:ext cx="360" cy="1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E1FB3E5-1B87-2FBC-D9D6-A5B00134D9F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75750" y="4836020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025CF5-081C-247D-6F4B-D50911DEA894}"/>
                    </a:ext>
                  </a:extLst>
                </p14:cNvPr>
                <p14:cNvContentPartPr/>
                <p14:nvPr/>
              </p14:nvContentPartPr>
              <p14:xfrm>
                <a:off x="7391950" y="4834220"/>
                <a:ext cx="18720" cy="26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025CF5-081C-247D-6F4B-D50911DEA8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83120" y="4825220"/>
                  <a:ext cx="36027" cy="44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4D2918D-1652-A93B-26AB-D18FD63B0140}"/>
              </a:ext>
            </a:extLst>
          </p:cNvPr>
          <p:cNvSpPr/>
          <p:nvPr/>
        </p:nvSpPr>
        <p:spPr>
          <a:xfrm>
            <a:off x="8726694" y="1957955"/>
            <a:ext cx="378610" cy="35349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4BE3DD6-F1E0-6F3A-DB94-DB23773F17EA}"/>
              </a:ext>
            </a:extLst>
          </p:cNvPr>
          <p:cNvCxnSpPr>
            <a:cxnSpLocks/>
          </p:cNvCxnSpPr>
          <p:nvPr/>
        </p:nvCxnSpPr>
        <p:spPr>
          <a:xfrm flipV="1">
            <a:off x="8921702" y="2145549"/>
            <a:ext cx="797511" cy="7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94074E2-9F9F-D20C-F888-4B9AB6F2E47C}"/>
              </a:ext>
            </a:extLst>
          </p:cNvPr>
          <p:cNvCxnSpPr>
            <a:cxnSpLocks/>
          </p:cNvCxnSpPr>
          <p:nvPr/>
        </p:nvCxnSpPr>
        <p:spPr>
          <a:xfrm>
            <a:off x="8911568" y="2160275"/>
            <a:ext cx="16119" cy="1109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D92EFB8-6169-B337-7535-3FC4D57C8A7C}"/>
              </a:ext>
            </a:extLst>
          </p:cNvPr>
          <p:cNvCxnSpPr>
            <a:cxnSpLocks/>
          </p:cNvCxnSpPr>
          <p:nvPr/>
        </p:nvCxnSpPr>
        <p:spPr>
          <a:xfrm flipH="1">
            <a:off x="8254927" y="2156610"/>
            <a:ext cx="647026" cy="87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C20B89A-D96B-62CE-44BD-4697CF0D1925}"/>
              </a:ext>
            </a:extLst>
          </p:cNvPr>
          <p:cNvCxnSpPr>
            <a:cxnSpLocks/>
          </p:cNvCxnSpPr>
          <p:nvPr/>
        </p:nvCxnSpPr>
        <p:spPr>
          <a:xfrm flipH="1">
            <a:off x="3975238" y="3921544"/>
            <a:ext cx="880095" cy="2207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8FA0936D-BAD3-A9A0-ECCD-FE5D05B2D66C}"/>
              </a:ext>
            </a:extLst>
          </p:cNvPr>
          <p:cNvSpPr/>
          <p:nvPr/>
        </p:nvSpPr>
        <p:spPr>
          <a:xfrm>
            <a:off x="8830690" y="2064735"/>
            <a:ext cx="159642" cy="154507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23591EF-036A-48BB-8BFC-DE3099217384}"/>
              </a:ext>
            </a:extLst>
          </p:cNvPr>
          <p:cNvSpPr/>
          <p:nvPr/>
        </p:nvSpPr>
        <p:spPr>
          <a:xfrm>
            <a:off x="8830690" y="2067679"/>
            <a:ext cx="159642" cy="154507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CDA0CF-9CB5-883D-7C0E-C77A03AC609E}"/>
              </a:ext>
            </a:extLst>
          </p:cNvPr>
          <p:cNvSpPr txBox="1"/>
          <p:nvPr/>
        </p:nvSpPr>
        <p:spPr>
          <a:xfrm>
            <a:off x="3687741" y="5145154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Y0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364D0C-52F6-3CC8-A2DA-D25F2A0A5B26}"/>
              </a:ext>
            </a:extLst>
          </p:cNvPr>
          <p:cNvSpPr txBox="1"/>
          <p:nvPr/>
        </p:nvSpPr>
        <p:spPr>
          <a:xfrm>
            <a:off x="8905914" y="3044522"/>
            <a:ext cx="440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X1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FBD8E6-63FC-D2AB-6ADA-A5DB80A4D204}"/>
              </a:ext>
            </a:extLst>
          </p:cNvPr>
          <p:cNvSpPr txBox="1"/>
          <p:nvPr/>
        </p:nvSpPr>
        <p:spPr>
          <a:xfrm>
            <a:off x="9401870" y="1926235"/>
            <a:ext cx="440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Z1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37001A1-670E-D943-73F0-2C6246BEE141}"/>
              </a:ext>
            </a:extLst>
          </p:cNvPr>
          <p:cNvSpPr txBox="1"/>
          <p:nvPr/>
        </p:nvSpPr>
        <p:spPr>
          <a:xfrm>
            <a:off x="8895246" y="2198159"/>
            <a:ext cx="440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F0"/>
                </a:solidFill>
              </a:rPr>
              <a:t>Y1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C226AEC-6CF9-4316-D466-65EBDF9D868E}"/>
              </a:ext>
            </a:extLst>
          </p:cNvPr>
          <p:cNvCxnSpPr>
            <a:stCxn id="54" idx="1"/>
            <a:endCxn id="54" idx="5"/>
          </p:cNvCxnSpPr>
          <p:nvPr/>
        </p:nvCxnSpPr>
        <p:spPr>
          <a:xfrm>
            <a:off x="8854069" y="2090306"/>
            <a:ext cx="112884" cy="10925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71A1FCC-9139-38F0-63BA-AD5BB3DAACCD}"/>
              </a:ext>
            </a:extLst>
          </p:cNvPr>
          <p:cNvCxnSpPr>
            <a:stCxn id="54" idx="7"/>
            <a:endCxn id="54" idx="3"/>
          </p:cNvCxnSpPr>
          <p:nvPr/>
        </p:nvCxnSpPr>
        <p:spPr>
          <a:xfrm flipH="1">
            <a:off x="8854069" y="2090306"/>
            <a:ext cx="112884" cy="109253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AF572BB-3550-F627-7F68-1BB9A8470570}"/>
                  </a:ext>
                </a:extLst>
              </p14:cNvPr>
              <p14:cNvContentPartPr/>
              <p14:nvPr/>
            </p14:nvContentPartPr>
            <p14:xfrm>
              <a:off x="8905013" y="2136310"/>
              <a:ext cx="7920" cy="115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AF572BB-3550-F627-7F68-1BB9A847057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95584" y="2127310"/>
                <a:ext cx="26400" cy="29160"/>
              </a:xfrm>
              <a:prstGeom prst="rect">
                <a:avLst/>
              </a:prstGeom>
            </p:spPr>
          </p:pic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25230416-29CA-6C23-1BB7-392ABAC83756}"/>
              </a:ext>
            </a:extLst>
          </p:cNvPr>
          <p:cNvSpPr txBox="1"/>
          <p:nvPr/>
        </p:nvSpPr>
        <p:spPr>
          <a:xfrm>
            <a:off x="8617737" y="219233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Z2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917277-8DA4-F431-A165-705F77F87AB1}"/>
              </a:ext>
            </a:extLst>
          </p:cNvPr>
          <p:cNvSpPr txBox="1"/>
          <p:nvPr/>
        </p:nvSpPr>
        <p:spPr>
          <a:xfrm>
            <a:off x="8165614" y="2123850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X2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2E046D-23FD-7F82-F9C8-59E7FA49809B}"/>
              </a:ext>
            </a:extLst>
          </p:cNvPr>
          <p:cNvSpPr txBox="1"/>
          <p:nvPr/>
        </p:nvSpPr>
        <p:spPr>
          <a:xfrm>
            <a:off x="8861953" y="2507908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Y2</a:t>
            </a:r>
          </a:p>
        </p:txBody>
      </p:sp>
      <p:sp>
        <p:nvSpPr>
          <p:cNvPr id="67" name="Arrow: Curved Up 66">
            <a:extLst>
              <a:ext uri="{FF2B5EF4-FFF2-40B4-BE49-F238E27FC236}">
                <a16:creationId xmlns:a16="http://schemas.microsoft.com/office/drawing/2014/main" id="{7DC9228B-0F6B-C315-1D48-C2DB50AB7849}"/>
              </a:ext>
            </a:extLst>
          </p:cNvPr>
          <p:cNvSpPr/>
          <p:nvPr/>
        </p:nvSpPr>
        <p:spPr>
          <a:xfrm rot="12407585">
            <a:off x="8732163" y="1934900"/>
            <a:ext cx="460414" cy="163512"/>
          </a:xfrm>
          <a:prstGeom prst="curvedUpArrow">
            <a:avLst>
              <a:gd name="adj1" fmla="val 25000"/>
              <a:gd name="adj2" fmla="val 33274"/>
              <a:gd name="adj3" fmla="val 25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C06305-20BB-72E7-D295-276D27005F9E}"/>
              </a:ext>
            </a:extLst>
          </p:cNvPr>
          <p:cNvSpPr txBox="1"/>
          <p:nvPr/>
        </p:nvSpPr>
        <p:spPr>
          <a:xfrm>
            <a:off x="8909158" y="1754600"/>
            <a:ext cx="64702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rgbClr val="FF0000"/>
                </a:solidFill>
              </a:rPr>
              <a:t>θ</a:t>
            </a:r>
            <a:r>
              <a:rPr lang="en-US" sz="1200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1534148-AF9A-B897-0AF1-F1BB299A74D0}"/>
              </a:ext>
            </a:extLst>
          </p:cNvPr>
          <p:cNvCxnSpPr>
            <a:cxnSpLocks/>
          </p:cNvCxnSpPr>
          <p:nvPr/>
        </p:nvCxnSpPr>
        <p:spPr>
          <a:xfrm>
            <a:off x="8909573" y="2141989"/>
            <a:ext cx="7797" cy="5802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BC4026E-3C9A-4270-CC62-A1B2A08D15F3}"/>
              </a:ext>
            </a:extLst>
          </p:cNvPr>
          <p:cNvCxnSpPr>
            <a:cxnSpLocks/>
          </p:cNvCxnSpPr>
          <p:nvPr/>
        </p:nvCxnSpPr>
        <p:spPr>
          <a:xfrm flipH="1" flipV="1">
            <a:off x="4845077" y="1135571"/>
            <a:ext cx="10256" cy="300319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20EDDA4-00EE-00B1-5E0D-FAE87F1B4D81}"/>
              </a:ext>
            </a:extLst>
          </p:cNvPr>
          <p:cNvCxnSpPr>
            <a:cxnSpLocks/>
          </p:cNvCxnSpPr>
          <p:nvPr/>
        </p:nvCxnSpPr>
        <p:spPr>
          <a:xfrm>
            <a:off x="4845077" y="1363772"/>
            <a:ext cx="4052139" cy="691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9F166E2-6205-F3A6-CC8E-26E823897D2D}"/>
              </a:ext>
            </a:extLst>
          </p:cNvPr>
          <p:cNvCxnSpPr/>
          <p:nvPr/>
        </p:nvCxnSpPr>
        <p:spPr>
          <a:xfrm flipH="1" flipV="1">
            <a:off x="8897216" y="1192306"/>
            <a:ext cx="24462" cy="98254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44C6DA0-27E9-9118-199C-71008F2F71EB}"/>
              </a:ext>
            </a:extLst>
          </p:cNvPr>
          <p:cNvSpPr txBox="1"/>
          <p:nvPr/>
        </p:nvSpPr>
        <p:spPr>
          <a:xfrm>
            <a:off x="5926016" y="950905"/>
            <a:ext cx="83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C13A47A-9AF6-EB20-8F56-262CDE0EBF74}"/>
              </a:ext>
            </a:extLst>
          </p:cNvPr>
          <p:cNvCxnSpPr>
            <a:cxnSpLocks/>
          </p:cNvCxnSpPr>
          <p:nvPr/>
        </p:nvCxnSpPr>
        <p:spPr>
          <a:xfrm>
            <a:off x="4526922" y="1192306"/>
            <a:ext cx="740791" cy="0"/>
          </a:xfrm>
          <a:prstGeom prst="straightConnector1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EDF7CFB8-8CEA-81B5-2DC5-E83843557796}"/>
              </a:ext>
            </a:extLst>
          </p:cNvPr>
          <p:cNvSpPr txBox="1"/>
          <p:nvPr/>
        </p:nvSpPr>
        <p:spPr>
          <a:xfrm>
            <a:off x="4643241" y="905912"/>
            <a:ext cx="4900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d1</a:t>
            </a:r>
            <a:endParaRPr lang="en-US" baseline="-25000" dirty="0">
              <a:solidFill>
                <a:srgbClr val="00B0F0"/>
              </a:solidFill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2E75E7C-DC65-0117-CC93-D869FEE0F1B1}"/>
              </a:ext>
            </a:extLst>
          </p:cNvPr>
          <p:cNvCxnSpPr>
            <a:cxnSpLocks/>
          </p:cNvCxnSpPr>
          <p:nvPr/>
        </p:nvCxnSpPr>
        <p:spPr>
          <a:xfrm>
            <a:off x="3044153" y="2148167"/>
            <a:ext cx="1444439" cy="105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BC683E6-4E78-3690-5D88-AFDB17CE6A5E}"/>
              </a:ext>
            </a:extLst>
          </p:cNvPr>
          <p:cNvCxnSpPr>
            <a:cxnSpLocks/>
          </p:cNvCxnSpPr>
          <p:nvPr/>
        </p:nvCxnSpPr>
        <p:spPr>
          <a:xfrm flipV="1">
            <a:off x="3016917" y="5387911"/>
            <a:ext cx="986659" cy="902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CD3850E7-4640-DC09-A151-F1228B197798}"/>
              </a:ext>
            </a:extLst>
          </p:cNvPr>
          <p:cNvCxnSpPr/>
          <p:nvPr/>
        </p:nvCxnSpPr>
        <p:spPr>
          <a:xfrm>
            <a:off x="3169584" y="2141988"/>
            <a:ext cx="0" cy="325389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24A5970-9668-E80F-7A25-004148D015EB}"/>
              </a:ext>
            </a:extLst>
          </p:cNvPr>
          <p:cNvSpPr txBox="1"/>
          <p:nvPr/>
        </p:nvSpPr>
        <p:spPr>
          <a:xfrm>
            <a:off x="2893387" y="3270019"/>
            <a:ext cx="485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A166BF5-7277-B737-2F95-A38C4B91CAE0}"/>
              </a:ext>
            </a:extLst>
          </p:cNvPr>
          <p:cNvCxnSpPr>
            <a:cxnSpLocks/>
          </p:cNvCxnSpPr>
          <p:nvPr/>
        </p:nvCxnSpPr>
        <p:spPr>
          <a:xfrm>
            <a:off x="8924823" y="2115341"/>
            <a:ext cx="32975" cy="201200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F2BC1DCA-DE98-9B1D-BCAA-E821BD09F36A}"/>
              </a:ext>
            </a:extLst>
          </p:cNvPr>
          <p:cNvCxnSpPr>
            <a:cxnSpLocks/>
          </p:cNvCxnSpPr>
          <p:nvPr/>
        </p:nvCxnSpPr>
        <p:spPr>
          <a:xfrm>
            <a:off x="7056908" y="4043082"/>
            <a:ext cx="187241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5D9717B-8B0E-8D10-F15D-0C007299497A}"/>
              </a:ext>
            </a:extLst>
          </p:cNvPr>
          <p:cNvSpPr txBox="1"/>
          <p:nvPr/>
        </p:nvSpPr>
        <p:spPr>
          <a:xfrm>
            <a:off x="7832657" y="3958907"/>
            <a:ext cx="395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E763C98-F1A8-D7FC-13C9-E7818B578B1E}"/>
              </a:ext>
            </a:extLst>
          </p:cNvPr>
          <p:cNvSpPr txBox="1"/>
          <p:nvPr/>
        </p:nvSpPr>
        <p:spPr>
          <a:xfrm>
            <a:off x="7608662" y="4568433"/>
            <a:ext cx="10630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La corde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A982CDD-6E85-90D6-6D6E-88439ED558EA}"/>
              </a:ext>
            </a:extLst>
          </p:cNvPr>
          <p:cNvCxnSpPr>
            <a:cxnSpLocks/>
          </p:cNvCxnSpPr>
          <p:nvPr/>
        </p:nvCxnSpPr>
        <p:spPr>
          <a:xfrm flipV="1">
            <a:off x="7913415" y="3856323"/>
            <a:ext cx="433229" cy="675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7">
            <a:extLst>
              <a:ext uri="{FF2B5EF4-FFF2-40B4-BE49-F238E27FC236}">
                <a16:creationId xmlns:a16="http://schemas.microsoft.com/office/drawing/2014/main" id="{92DA79A4-CF6D-1AC7-4AC4-2D014500D770}"/>
              </a:ext>
            </a:extLst>
          </p:cNvPr>
          <p:cNvCxnSpPr>
            <a:cxnSpLocks/>
          </p:cNvCxnSpPr>
          <p:nvPr/>
        </p:nvCxnSpPr>
        <p:spPr>
          <a:xfrm>
            <a:off x="4044289" y="3800156"/>
            <a:ext cx="736967" cy="7527"/>
          </a:xfrm>
          <a:prstGeom prst="straightConnector1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ZoneTexte 78">
            <a:extLst>
              <a:ext uri="{FF2B5EF4-FFF2-40B4-BE49-F238E27FC236}">
                <a16:creationId xmlns:a16="http://schemas.microsoft.com/office/drawing/2014/main" id="{D70BDE28-7BAC-B798-F9BD-BDA749D5F66F}"/>
              </a:ext>
            </a:extLst>
          </p:cNvPr>
          <p:cNvSpPr txBox="1"/>
          <p:nvPr/>
        </p:nvSpPr>
        <p:spPr>
          <a:xfrm>
            <a:off x="4221181" y="3454685"/>
            <a:ext cx="28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0F0"/>
                </a:solidFill>
              </a:rPr>
              <a:t>1</a:t>
            </a:r>
            <a:endParaRPr lang="fr-CM" dirty="0">
              <a:solidFill>
                <a:srgbClr val="00B0F0"/>
              </a:solidFill>
            </a:endParaRP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FE5B7E0D-9C47-4057-A693-F4D1A7222C1C}"/>
              </a:ext>
            </a:extLst>
          </p:cNvPr>
          <p:cNvSpPr/>
          <p:nvPr/>
        </p:nvSpPr>
        <p:spPr>
          <a:xfrm flipH="1" flipV="1">
            <a:off x="8889939" y="2118594"/>
            <a:ext cx="45719" cy="5150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C2B50748-24A0-425A-03E3-9A70CD83F917}"/>
              </a:ext>
            </a:extLst>
          </p:cNvPr>
          <p:cNvCxnSpPr>
            <a:cxnSpLocks/>
          </p:cNvCxnSpPr>
          <p:nvPr/>
        </p:nvCxnSpPr>
        <p:spPr>
          <a:xfrm flipH="1">
            <a:off x="7021734" y="2322545"/>
            <a:ext cx="677" cy="74846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Oval 43">
            <a:extLst>
              <a:ext uri="{FF2B5EF4-FFF2-40B4-BE49-F238E27FC236}">
                <a16:creationId xmlns:a16="http://schemas.microsoft.com/office/drawing/2014/main" id="{DF35536D-8E89-1259-FBEF-C897CEF24BF3}"/>
              </a:ext>
            </a:extLst>
          </p:cNvPr>
          <p:cNvSpPr/>
          <p:nvPr/>
        </p:nvSpPr>
        <p:spPr>
          <a:xfrm>
            <a:off x="6820121" y="1998168"/>
            <a:ext cx="378610" cy="353499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50">
            <a:extLst>
              <a:ext uri="{FF2B5EF4-FFF2-40B4-BE49-F238E27FC236}">
                <a16:creationId xmlns:a16="http://schemas.microsoft.com/office/drawing/2014/main" id="{222C1EAF-95E6-7516-3CD0-1428A6B6BF6E}"/>
              </a:ext>
            </a:extLst>
          </p:cNvPr>
          <p:cNvSpPr txBox="1"/>
          <p:nvPr/>
        </p:nvSpPr>
        <p:spPr>
          <a:xfrm>
            <a:off x="6745390" y="2704578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XE</a:t>
            </a:r>
          </a:p>
        </p:txBody>
      </p:sp>
      <p:sp>
        <p:nvSpPr>
          <p:cNvPr id="100" name="TextBox 10">
            <a:extLst>
              <a:ext uri="{FF2B5EF4-FFF2-40B4-BE49-F238E27FC236}">
                <a16:creationId xmlns:a16="http://schemas.microsoft.com/office/drawing/2014/main" id="{48641F15-D393-48D4-FE2E-83E3DC9FBCCD}"/>
              </a:ext>
            </a:extLst>
          </p:cNvPr>
          <p:cNvSpPr txBox="1"/>
          <p:nvPr/>
        </p:nvSpPr>
        <p:spPr>
          <a:xfrm>
            <a:off x="6724470" y="2946869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YE</a:t>
            </a:r>
          </a:p>
        </p:txBody>
      </p:sp>
      <p:sp>
        <p:nvSpPr>
          <p:cNvPr id="102" name="TextBox 14">
            <a:extLst>
              <a:ext uri="{FF2B5EF4-FFF2-40B4-BE49-F238E27FC236}">
                <a16:creationId xmlns:a16="http://schemas.microsoft.com/office/drawing/2014/main" id="{3B0EA17C-7BC0-860B-A125-CD13B0938FFB}"/>
              </a:ext>
            </a:extLst>
          </p:cNvPr>
          <p:cNvSpPr txBox="1"/>
          <p:nvPr/>
        </p:nvSpPr>
        <p:spPr>
          <a:xfrm>
            <a:off x="7077489" y="2893241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ZE</a:t>
            </a:r>
          </a:p>
        </p:txBody>
      </p:sp>
      <p:cxnSp>
        <p:nvCxnSpPr>
          <p:cNvPr id="103" name="Straight Arrow Connector 29">
            <a:extLst>
              <a:ext uri="{FF2B5EF4-FFF2-40B4-BE49-F238E27FC236}">
                <a16:creationId xmlns:a16="http://schemas.microsoft.com/office/drawing/2014/main" id="{C04B8F72-7EA7-4B1D-DE70-02EAFB86539E}"/>
              </a:ext>
            </a:extLst>
          </p:cNvPr>
          <p:cNvCxnSpPr>
            <a:cxnSpLocks/>
          </p:cNvCxnSpPr>
          <p:nvPr/>
        </p:nvCxnSpPr>
        <p:spPr>
          <a:xfrm>
            <a:off x="7048007" y="3084496"/>
            <a:ext cx="324269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30">
            <a:extLst>
              <a:ext uri="{FF2B5EF4-FFF2-40B4-BE49-F238E27FC236}">
                <a16:creationId xmlns:a16="http://schemas.microsoft.com/office/drawing/2014/main" id="{057D4B89-6DBC-E062-0E64-7550BF717E5E}"/>
              </a:ext>
            </a:extLst>
          </p:cNvPr>
          <p:cNvCxnSpPr>
            <a:cxnSpLocks/>
          </p:cNvCxnSpPr>
          <p:nvPr/>
        </p:nvCxnSpPr>
        <p:spPr>
          <a:xfrm flipV="1">
            <a:off x="7022737" y="2696779"/>
            <a:ext cx="10377" cy="367957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28">
            <a:extLst>
              <a:ext uri="{FF2B5EF4-FFF2-40B4-BE49-F238E27FC236}">
                <a16:creationId xmlns:a16="http://schemas.microsoft.com/office/drawing/2014/main" id="{C9278708-9556-9C92-E227-FC93C7199717}"/>
              </a:ext>
            </a:extLst>
          </p:cNvPr>
          <p:cNvSpPr/>
          <p:nvPr/>
        </p:nvSpPr>
        <p:spPr>
          <a:xfrm>
            <a:off x="7001689" y="3042804"/>
            <a:ext cx="48207" cy="4958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28">
            <a:extLst>
              <a:ext uri="{FF2B5EF4-FFF2-40B4-BE49-F238E27FC236}">
                <a16:creationId xmlns:a16="http://schemas.microsoft.com/office/drawing/2014/main" id="{53063DCE-F063-F3C8-D5D0-710928B89601}"/>
              </a:ext>
            </a:extLst>
          </p:cNvPr>
          <p:cNvSpPr/>
          <p:nvPr/>
        </p:nvSpPr>
        <p:spPr>
          <a:xfrm>
            <a:off x="6929605" y="2101248"/>
            <a:ext cx="159642" cy="1545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Arrow: Curved Up 66">
            <a:extLst>
              <a:ext uri="{FF2B5EF4-FFF2-40B4-BE49-F238E27FC236}">
                <a16:creationId xmlns:a16="http://schemas.microsoft.com/office/drawing/2014/main" id="{197D4440-5966-C6B0-BF76-E51109B458BC}"/>
              </a:ext>
            </a:extLst>
          </p:cNvPr>
          <p:cNvSpPr/>
          <p:nvPr/>
        </p:nvSpPr>
        <p:spPr>
          <a:xfrm rot="14308180">
            <a:off x="6826683" y="1984734"/>
            <a:ext cx="524452" cy="233027"/>
          </a:xfrm>
          <a:prstGeom prst="curvedUpArrow">
            <a:avLst>
              <a:gd name="adj1" fmla="val 25000"/>
              <a:gd name="adj2" fmla="val 56099"/>
              <a:gd name="adj3" fmla="val 44985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8" name="TextBox 67">
            <a:extLst>
              <a:ext uri="{FF2B5EF4-FFF2-40B4-BE49-F238E27FC236}">
                <a16:creationId xmlns:a16="http://schemas.microsoft.com/office/drawing/2014/main" id="{FA341372-DA5B-3527-9349-ACE355F70A1E}"/>
              </a:ext>
            </a:extLst>
          </p:cNvPr>
          <p:cNvSpPr txBox="1"/>
          <p:nvPr/>
        </p:nvSpPr>
        <p:spPr>
          <a:xfrm>
            <a:off x="7004415" y="1771587"/>
            <a:ext cx="66450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rgbClr val="00B050"/>
                </a:solidFill>
              </a:rPr>
              <a:t>θ</a:t>
            </a:r>
            <a:r>
              <a:rPr lang="en-US" sz="1200" dirty="0">
                <a:solidFill>
                  <a:srgbClr val="00B050"/>
                </a:solidFill>
              </a:rPr>
              <a:t>3</a:t>
            </a:r>
            <a:r>
              <a:rPr lang="en-US" sz="1200" baseline="-25000" dirty="0">
                <a:solidFill>
                  <a:srgbClr val="00B050"/>
                </a:solidFill>
              </a:rPr>
              <a:t>P</a:t>
            </a:r>
            <a:r>
              <a:rPr lang="el-GR" sz="1200" dirty="0">
                <a:solidFill>
                  <a:srgbClr val="00B050"/>
                </a:solidFill>
              </a:rPr>
              <a:t> 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51" name="Oval 43">
            <a:extLst>
              <a:ext uri="{FF2B5EF4-FFF2-40B4-BE49-F238E27FC236}">
                <a16:creationId xmlns:a16="http://schemas.microsoft.com/office/drawing/2014/main" id="{37612965-6487-CFE2-6822-F27507234DAE}"/>
              </a:ext>
            </a:extLst>
          </p:cNvPr>
          <p:cNvSpPr/>
          <p:nvPr/>
        </p:nvSpPr>
        <p:spPr>
          <a:xfrm flipH="1">
            <a:off x="6992167" y="2162574"/>
            <a:ext cx="45719" cy="45719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4" name="Straight Arrow Connector 45">
            <a:extLst>
              <a:ext uri="{FF2B5EF4-FFF2-40B4-BE49-F238E27FC236}">
                <a16:creationId xmlns:a16="http://schemas.microsoft.com/office/drawing/2014/main" id="{3A225C36-0DD9-EDE0-B04F-4883198B56C7}"/>
              </a:ext>
            </a:extLst>
          </p:cNvPr>
          <p:cNvCxnSpPr>
            <a:cxnSpLocks/>
          </p:cNvCxnSpPr>
          <p:nvPr/>
        </p:nvCxnSpPr>
        <p:spPr>
          <a:xfrm>
            <a:off x="7006898" y="2165099"/>
            <a:ext cx="8006" cy="4400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63">
            <a:extLst>
              <a:ext uri="{FF2B5EF4-FFF2-40B4-BE49-F238E27FC236}">
                <a16:creationId xmlns:a16="http://schemas.microsoft.com/office/drawing/2014/main" id="{DEB594A5-AE8C-F9BE-7C8E-F6129C3E1AD8}"/>
              </a:ext>
            </a:extLst>
          </p:cNvPr>
          <p:cNvSpPr txBox="1"/>
          <p:nvPr/>
        </p:nvSpPr>
        <p:spPr>
          <a:xfrm>
            <a:off x="7325365" y="1922560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Y3</a:t>
            </a:r>
          </a:p>
        </p:txBody>
      </p:sp>
      <p:sp>
        <p:nvSpPr>
          <p:cNvPr id="156" name="TextBox 63">
            <a:extLst>
              <a:ext uri="{FF2B5EF4-FFF2-40B4-BE49-F238E27FC236}">
                <a16:creationId xmlns:a16="http://schemas.microsoft.com/office/drawing/2014/main" id="{E306CD60-1981-71C5-CFCE-58FE6680FED6}"/>
              </a:ext>
            </a:extLst>
          </p:cNvPr>
          <p:cNvSpPr txBox="1"/>
          <p:nvPr/>
        </p:nvSpPr>
        <p:spPr>
          <a:xfrm>
            <a:off x="6584179" y="1864491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Z3</a:t>
            </a:r>
          </a:p>
        </p:txBody>
      </p:sp>
      <p:sp>
        <p:nvSpPr>
          <p:cNvPr id="157" name="TextBox 63">
            <a:extLst>
              <a:ext uri="{FF2B5EF4-FFF2-40B4-BE49-F238E27FC236}">
                <a16:creationId xmlns:a16="http://schemas.microsoft.com/office/drawing/2014/main" id="{8294DA2E-D7E7-FB01-F078-D17E13364F91}"/>
              </a:ext>
            </a:extLst>
          </p:cNvPr>
          <p:cNvSpPr txBox="1"/>
          <p:nvPr/>
        </p:nvSpPr>
        <p:spPr>
          <a:xfrm>
            <a:off x="6724470" y="2405295"/>
            <a:ext cx="506066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B050"/>
                </a:solidFill>
              </a:rPr>
              <a:t>X3</a:t>
            </a:r>
          </a:p>
        </p:txBody>
      </p:sp>
      <p:cxnSp>
        <p:nvCxnSpPr>
          <p:cNvPr id="158" name="Straight Arrow Connector 45">
            <a:extLst>
              <a:ext uri="{FF2B5EF4-FFF2-40B4-BE49-F238E27FC236}">
                <a16:creationId xmlns:a16="http://schemas.microsoft.com/office/drawing/2014/main" id="{3920C083-1F30-83F2-59B9-0961AA5ED953}"/>
              </a:ext>
            </a:extLst>
          </p:cNvPr>
          <p:cNvCxnSpPr>
            <a:cxnSpLocks/>
          </p:cNvCxnSpPr>
          <p:nvPr/>
        </p:nvCxnSpPr>
        <p:spPr>
          <a:xfrm>
            <a:off x="6994926" y="2158557"/>
            <a:ext cx="549461" cy="129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Ellipse 165">
            <a:extLst>
              <a:ext uri="{FF2B5EF4-FFF2-40B4-BE49-F238E27FC236}">
                <a16:creationId xmlns:a16="http://schemas.microsoft.com/office/drawing/2014/main" id="{E02732C0-1672-FA20-B88C-646CA3223EDA}"/>
              </a:ext>
            </a:extLst>
          </p:cNvPr>
          <p:cNvSpPr/>
          <p:nvPr/>
        </p:nvSpPr>
        <p:spPr>
          <a:xfrm>
            <a:off x="8346644" y="3818029"/>
            <a:ext cx="45719" cy="5150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cxnSp>
        <p:nvCxnSpPr>
          <p:cNvPr id="170" name="Straight Arrow Connector 92">
            <a:extLst>
              <a:ext uri="{FF2B5EF4-FFF2-40B4-BE49-F238E27FC236}">
                <a16:creationId xmlns:a16="http://schemas.microsoft.com/office/drawing/2014/main" id="{478ABA7D-29FD-C63F-4950-0E250D76518B}"/>
              </a:ext>
            </a:extLst>
          </p:cNvPr>
          <p:cNvCxnSpPr>
            <a:cxnSpLocks/>
          </p:cNvCxnSpPr>
          <p:nvPr/>
        </p:nvCxnSpPr>
        <p:spPr>
          <a:xfrm>
            <a:off x="10185083" y="2121956"/>
            <a:ext cx="21749" cy="95608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10">
            <a:extLst>
              <a:ext uri="{FF2B5EF4-FFF2-40B4-BE49-F238E27FC236}">
                <a16:creationId xmlns:a16="http://schemas.microsoft.com/office/drawing/2014/main" id="{39581B28-4348-D8A8-606F-8D6E36B8DC65}"/>
              </a:ext>
            </a:extLst>
          </p:cNvPr>
          <p:cNvSpPr txBox="1"/>
          <p:nvPr/>
        </p:nvSpPr>
        <p:spPr>
          <a:xfrm>
            <a:off x="10115898" y="2403016"/>
            <a:ext cx="395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175" name="Straight Connector 100">
            <a:extLst>
              <a:ext uri="{FF2B5EF4-FFF2-40B4-BE49-F238E27FC236}">
                <a16:creationId xmlns:a16="http://schemas.microsoft.com/office/drawing/2014/main" id="{50BC7432-5FD3-0771-5C76-852FBD5F6661}"/>
              </a:ext>
            </a:extLst>
          </p:cNvPr>
          <p:cNvCxnSpPr>
            <a:cxnSpLocks/>
          </p:cNvCxnSpPr>
          <p:nvPr/>
        </p:nvCxnSpPr>
        <p:spPr>
          <a:xfrm>
            <a:off x="7028239" y="2247776"/>
            <a:ext cx="32975" cy="2012002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8" name="Encre 177">
                <a:extLst>
                  <a:ext uri="{FF2B5EF4-FFF2-40B4-BE49-F238E27FC236}">
                    <a16:creationId xmlns:a16="http://schemas.microsoft.com/office/drawing/2014/main" id="{CCB26D11-BACD-77E6-97CD-CA7EF864B891}"/>
                  </a:ext>
                </a:extLst>
              </p14:cNvPr>
              <p14:cNvContentPartPr/>
              <p14:nvPr/>
            </p14:nvContentPartPr>
            <p14:xfrm>
              <a:off x="2501" y="573158"/>
              <a:ext cx="488160" cy="410400"/>
            </p14:xfrm>
          </p:contentPart>
        </mc:Choice>
        <mc:Fallback>
          <p:pic>
            <p:nvPicPr>
              <p:cNvPr id="178" name="Encre 177">
                <a:extLst>
                  <a:ext uri="{FF2B5EF4-FFF2-40B4-BE49-F238E27FC236}">
                    <a16:creationId xmlns:a16="http://schemas.microsoft.com/office/drawing/2014/main" id="{CCB26D11-BACD-77E6-97CD-CA7EF864B89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-51139" y="465518"/>
                <a:ext cx="595800" cy="62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14224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701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490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3702</TotalTime>
  <Words>150</Words>
  <Application>Microsoft Office PowerPoint</Application>
  <PresentationFormat>Grand écran</PresentationFormat>
  <Paragraphs>136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Khodor Yassine</dc:creator>
  <cp:lastModifiedBy>rivaldo piaplle</cp:lastModifiedBy>
  <cp:revision>90</cp:revision>
  <dcterms:created xsi:type="dcterms:W3CDTF">2025-10-02T21:28:56Z</dcterms:created>
  <dcterms:modified xsi:type="dcterms:W3CDTF">2025-10-11T16:37:56Z</dcterms:modified>
</cp:coreProperties>
</file>